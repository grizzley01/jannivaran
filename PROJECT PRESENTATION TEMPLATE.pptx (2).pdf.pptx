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libri (MS) Bold" charset="0"/>
      <p:regular r:id="rId12"/>
    </p:embeddedFont>
    <p:embeddedFont>
      <p:font typeface="Calibri (MS)" charset="0"/>
      <p:regular r:id="rId13"/>
    </p:embeddedFont>
    <p:embeddedFont>
      <p:font typeface="Aptos Bold" charset="0"/>
      <p:regular r:id="rId14"/>
    </p:embeddedFont>
    <p:embeddedFont>
      <p:font typeface="Aptos" charset="0"/>
      <p:regular r:id="rId15"/>
    </p:embeddedFont>
    <p:embeddedFont>
      <p:font typeface="Noto Sans" charset="0"/>
      <p:regular r:id="rId16"/>
    </p:embeddedFont>
    <p:embeddedFont>
      <p:font typeface="Calibri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4622" autoAdjust="0"/>
  </p:normalViewPr>
  <p:slideViewPr>
    <p:cSldViewPr>
      <p:cViewPr varScale="1">
        <p:scale>
          <a:sx n="77" d="100"/>
          <a:sy n="77" d="100"/>
        </p:scale>
        <p:origin x="-354" y="-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7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7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7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7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8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9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7.sv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7.svg"/><Relationship Id="rId10" Type="http://schemas.openxmlformats.org/officeDocument/2006/relationships/image" Target="../media/image10.jpeg"/><Relationship Id="rId4" Type="http://schemas.openxmlformats.org/officeDocument/2006/relationships/image" Target="../media/image4.png"/><Relationship Id="rId9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7.sv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7.sv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4099" y="265805"/>
            <a:ext cx="2792435" cy="2820924"/>
            <a:chOff x="0" y="0"/>
            <a:chExt cx="3723246" cy="3761232"/>
          </a:xfrm>
        </p:grpSpPr>
        <p:sp>
          <p:nvSpPr>
            <p:cNvPr id="3" name="Freeform 3" descr="d29fed93-76c3-4798-81b8-a81e8a8402fd.png"/>
            <p:cNvSpPr/>
            <p:nvPr/>
          </p:nvSpPr>
          <p:spPr>
            <a:xfrm>
              <a:off x="0" y="0"/>
              <a:ext cx="3723259" cy="3761232"/>
            </a:xfrm>
            <a:custGeom>
              <a:avLst/>
              <a:gdLst/>
              <a:ahLst/>
              <a:cxnLst/>
              <a:rect l="l" t="t" r="r" b="b"/>
              <a:pathLst>
                <a:path w="3723259" h="3761232">
                  <a:moveTo>
                    <a:pt x="0" y="0"/>
                  </a:moveTo>
                  <a:lnTo>
                    <a:pt x="3723259" y="0"/>
                  </a:lnTo>
                  <a:lnTo>
                    <a:pt x="3723259" y="3761232"/>
                  </a:lnTo>
                  <a:lnTo>
                    <a:pt x="0" y="3761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63503" y="3858"/>
            <a:ext cx="18414682" cy="10313946"/>
          </a:xfrm>
          <a:custGeom>
            <a:avLst/>
            <a:gdLst/>
            <a:ahLst/>
            <a:cxnLst/>
            <a:rect l="l" t="t" r="r" b="b"/>
            <a:pathLst>
              <a:path w="18414682" h="10313946">
                <a:moveTo>
                  <a:pt x="0" y="0"/>
                </a:moveTo>
                <a:lnTo>
                  <a:pt x="18414682" y="0"/>
                </a:lnTo>
                <a:lnTo>
                  <a:pt x="18414682" y="10313946"/>
                </a:lnTo>
                <a:lnTo>
                  <a:pt x="0" y="103139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78989" y="3323177"/>
            <a:ext cx="2397947" cy="948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072A5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RAMDEOBABA </a:t>
            </a:r>
            <a:r>
              <a:rPr lang="en-US" sz="3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UNIVERSITY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36719" y="4643533"/>
            <a:ext cx="1539983" cy="65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>
                <a:solidFill>
                  <a:srgbClr val="072A5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Idea lab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5023" y="6975443"/>
            <a:ext cx="2766184" cy="65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>
                <a:solidFill>
                  <a:srgbClr val="072A5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COURSE CODE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01768" y="2111883"/>
            <a:ext cx="11139430" cy="65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EF6019"/>
                </a:solidFill>
                <a:latin typeface="Calibri (MS)"/>
                <a:ea typeface="Calibri (MS)"/>
                <a:cs typeface="Calibri (MS)"/>
                <a:sym typeface="Calibri (MS)"/>
              </a:rPr>
              <a:t>AI-Powered Citizen Grievance Redressal &amp; Tracking System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60620" y="1239622"/>
            <a:ext cx="3448393" cy="882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072A5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JANNIVARAN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68776" y="3872532"/>
            <a:ext cx="3806333" cy="2916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8"/>
              </a:lnSpc>
            </a:pPr>
            <a:r>
              <a:rPr lang="en-US" sz="316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Prasanna Dhote C-12 Kashish Sharma C-11 Taha Khan C-33</a:t>
            </a:r>
          </a:p>
          <a:p>
            <a:pPr algn="l">
              <a:lnSpc>
                <a:spcPts val="3758"/>
              </a:lnSpc>
            </a:pPr>
            <a:r>
              <a:rPr lang="en-US" sz="316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Rayan Sayeed C- 44 Vedant Garhewal C-47 Piyush Deshmukh C-49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41287" y="7215426"/>
            <a:ext cx="8466296" cy="1484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8"/>
              </a:lnSpc>
            </a:pPr>
            <a:r>
              <a:rPr lang="en-US" sz="316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Mentor Name - Prof. Sonam Meshram Department Of Computer Science And Engineering Academic Year - 2026 - 2027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6633" y="1136361"/>
            <a:ext cx="1128779" cy="203006"/>
          </a:xfrm>
          <a:custGeom>
            <a:avLst/>
            <a:gdLst/>
            <a:ahLst/>
            <a:cxnLst/>
            <a:rect l="l" t="t" r="r" b="b"/>
            <a:pathLst>
              <a:path w="1128779" h="203006">
                <a:moveTo>
                  <a:pt x="0" y="0"/>
                </a:moveTo>
                <a:lnTo>
                  <a:pt x="1128779" y="0"/>
                </a:lnTo>
                <a:lnTo>
                  <a:pt x="1128779" y="203006"/>
                </a:lnTo>
                <a:lnTo>
                  <a:pt x="0" y="2030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3503" y="-63503"/>
            <a:ext cx="18414997" cy="216437"/>
          </a:xfrm>
          <a:custGeom>
            <a:avLst/>
            <a:gdLst/>
            <a:ahLst/>
            <a:cxnLst/>
            <a:rect l="l" t="t" r="r" b="b"/>
            <a:pathLst>
              <a:path w="18414997" h="216437">
                <a:moveTo>
                  <a:pt x="0" y="0"/>
                </a:moveTo>
                <a:lnTo>
                  <a:pt x="18414997" y="0"/>
                </a:lnTo>
                <a:lnTo>
                  <a:pt x="18414997" y="216436"/>
                </a:lnTo>
                <a:lnTo>
                  <a:pt x="0" y="2164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63503" y="9928317"/>
            <a:ext cx="18414997" cy="422177"/>
          </a:xfrm>
          <a:custGeom>
            <a:avLst/>
            <a:gdLst/>
            <a:ahLst/>
            <a:cxnLst/>
            <a:rect l="l" t="t" r="r" b="b"/>
            <a:pathLst>
              <a:path w="18414997" h="422177">
                <a:moveTo>
                  <a:pt x="0" y="0"/>
                </a:moveTo>
                <a:lnTo>
                  <a:pt x="18414997" y="0"/>
                </a:lnTo>
                <a:lnTo>
                  <a:pt x="18414997" y="422177"/>
                </a:lnTo>
                <a:lnTo>
                  <a:pt x="0" y="4221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6212312" y="125940"/>
            <a:ext cx="1869948" cy="1884559"/>
            <a:chOff x="0" y="0"/>
            <a:chExt cx="2493264" cy="2512746"/>
          </a:xfrm>
        </p:grpSpPr>
        <p:sp>
          <p:nvSpPr>
            <p:cNvPr id="6" name="Freeform 6" descr="d29fed93-76c3-4798-81b8-a81e8a8402fd.png"/>
            <p:cNvSpPr/>
            <p:nvPr/>
          </p:nvSpPr>
          <p:spPr>
            <a:xfrm>
              <a:off x="0" y="0"/>
              <a:ext cx="2493264" cy="2512695"/>
            </a:xfrm>
            <a:custGeom>
              <a:avLst/>
              <a:gdLst/>
              <a:ahLst/>
              <a:cxnLst/>
              <a:rect l="l" t="t" r="r" b="b"/>
              <a:pathLst>
                <a:path w="2493264" h="2512695">
                  <a:moveTo>
                    <a:pt x="0" y="0"/>
                  </a:moveTo>
                  <a:lnTo>
                    <a:pt x="2493264" y="0"/>
                  </a:lnTo>
                  <a:lnTo>
                    <a:pt x="2493264" y="2512695"/>
                  </a:lnTo>
                  <a:lnTo>
                    <a:pt x="0" y="2512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2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535305" y="3188284"/>
            <a:ext cx="85725" cy="85725"/>
            <a:chOff x="0" y="0"/>
            <a:chExt cx="85725" cy="857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926"/>
                  </a:moveTo>
                  <a:cubicBezTo>
                    <a:pt x="85725" y="48641"/>
                    <a:pt x="84582" y="54102"/>
                    <a:pt x="82423" y="59309"/>
                  </a:cubicBezTo>
                  <a:cubicBezTo>
                    <a:pt x="80264" y="64516"/>
                    <a:pt x="77089" y="69215"/>
                    <a:pt x="73152" y="73152"/>
                  </a:cubicBezTo>
                  <a:cubicBezTo>
                    <a:pt x="69215" y="77089"/>
                    <a:pt x="64516" y="80264"/>
                    <a:pt x="59309" y="82423"/>
                  </a:cubicBezTo>
                  <a:cubicBezTo>
                    <a:pt x="54102" y="84582"/>
                    <a:pt x="48641" y="85725"/>
                    <a:pt x="42926" y="85725"/>
                  </a:cubicBezTo>
                  <a:cubicBezTo>
                    <a:pt x="37211" y="85725"/>
                    <a:pt x="31750" y="84582"/>
                    <a:pt x="26543" y="82423"/>
                  </a:cubicBezTo>
                  <a:cubicBezTo>
                    <a:pt x="21336" y="80264"/>
                    <a:pt x="16510" y="77216"/>
                    <a:pt x="12573" y="73152"/>
                  </a:cubicBezTo>
                  <a:cubicBezTo>
                    <a:pt x="8636" y="69088"/>
                    <a:pt x="5461" y="64516"/>
                    <a:pt x="3302" y="59309"/>
                  </a:cubicBezTo>
                  <a:cubicBezTo>
                    <a:pt x="1143" y="54102"/>
                    <a:pt x="0" y="48514"/>
                    <a:pt x="0" y="42926"/>
                  </a:cubicBezTo>
                  <a:cubicBezTo>
                    <a:pt x="0" y="37338"/>
                    <a:pt x="1143" y="31750"/>
                    <a:pt x="3302" y="26416"/>
                  </a:cubicBezTo>
                  <a:cubicBezTo>
                    <a:pt x="5461" y="21082"/>
                    <a:pt x="8509" y="16510"/>
                    <a:pt x="12573" y="12573"/>
                  </a:cubicBezTo>
                  <a:cubicBezTo>
                    <a:pt x="16637" y="8636"/>
                    <a:pt x="21209" y="5461"/>
                    <a:pt x="26416" y="3302"/>
                  </a:cubicBezTo>
                  <a:cubicBezTo>
                    <a:pt x="31623" y="1143"/>
                    <a:pt x="37211" y="0"/>
                    <a:pt x="42926" y="0"/>
                  </a:cubicBezTo>
                  <a:cubicBezTo>
                    <a:pt x="48641" y="0"/>
                    <a:pt x="54102" y="1143"/>
                    <a:pt x="59309" y="3302"/>
                  </a:cubicBezTo>
                  <a:cubicBezTo>
                    <a:pt x="64516" y="5461"/>
                    <a:pt x="69215" y="8636"/>
                    <a:pt x="73152" y="12573"/>
                  </a:cubicBezTo>
                  <a:cubicBezTo>
                    <a:pt x="77089" y="16510"/>
                    <a:pt x="80264" y="21209"/>
                    <a:pt x="82423" y="26416"/>
                  </a:cubicBezTo>
                  <a:cubicBezTo>
                    <a:pt x="84582" y="31623"/>
                    <a:pt x="85725" y="37084"/>
                    <a:pt x="85725" y="4279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535305" y="3578809"/>
            <a:ext cx="85725" cy="85725"/>
            <a:chOff x="0" y="0"/>
            <a:chExt cx="85725" cy="8572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926"/>
                  </a:moveTo>
                  <a:cubicBezTo>
                    <a:pt x="85725" y="48641"/>
                    <a:pt x="84582" y="54102"/>
                    <a:pt x="82423" y="59309"/>
                  </a:cubicBezTo>
                  <a:cubicBezTo>
                    <a:pt x="80264" y="64516"/>
                    <a:pt x="77089" y="69215"/>
                    <a:pt x="73152" y="73152"/>
                  </a:cubicBezTo>
                  <a:cubicBezTo>
                    <a:pt x="69215" y="77089"/>
                    <a:pt x="64516" y="80264"/>
                    <a:pt x="59309" y="82423"/>
                  </a:cubicBezTo>
                  <a:cubicBezTo>
                    <a:pt x="54102" y="84582"/>
                    <a:pt x="48641" y="85725"/>
                    <a:pt x="42926" y="85725"/>
                  </a:cubicBezTo>
                  <a:cubicBezTo>
                    <a:pt x="37211" y="85725"/>
                    <a:pt x="31750" y="84582"/>
                    <a:pt x="26543" y="82423"/>
                  </a:cubicBezTo>
                  <a:cubicBezTo>
                    <a:pt x="21336" y="80264"/>
                    <a:pt x="16510" y="77216"/>
                    <a:pt x="12573" y="73152"/>
                  </a:cubicBezTo>
                  <a:cubicBezTo>
                    <a:pt x="8636" y="69088"/>
                    <a:pt x="5461" y="64516"/>
                    <a:pt x="3302" y="59309"/>
                  </a:cubicBezTo>
                  <a:cubicBezTo>
                    <a:pt x="1143" y="54102"/>
                    <a:pt x="0" y="48514"/>
                    <a:pt x="0" y="42926"/>
                  </a:cubicBezTo>
                  <a:cubicBezTo>
                    <a:pt x="0" y="37338"/>
                    <a:pt x="1143" y="31750"/>
                    <a:pt x="3302" y="26416"/>
                  </a:cubicBezTo>
                  <a:cubicBezTo>
                    <a:pt x="5461" y="21082"/>
                    <a:pt x="8509" y="16510"/>
                    <a:pt x="12573" y="12573"/>
                  </a:cubicBezTo>
                  <a:cubicBezTo>
                    <a:pt x="16637" y="8636"/>
                    <a:pt x="21209" y="5461"/>
                    <a:pt x="26416" y="3302"/>
                  </a:cubicBezTo>
                  <a:cubicBezTo>
                    <a:pt x="31623" y="1143"/>
                    <a:pt x="37211" y="0"/>
                    <a:pt x="42926" y="0"/>
                  </a:cubicBezTo>
                  <a:cubicBezTo>
                    <a:pt x="48641" y="0"/>
                    <a:pt x="54102" y="1143"/>
                    <a:pt x="59309" y="3302"/>
                  </a:cubicBezTo>
                  <a:cubicBezTo>
                    <a:pt x="64516" y="5461"/>
                    <a:pt x="69215" y="8636"/>
                    <a:pt x="73152" y="12573"/>
                  </a:cubicBezTo>
                  <a:cubicBezTo>
                    <a:pt x="77089" y="16510"/>
                    <a:pt x="80264" y="21209"/>
                    <a:pt x="82423" y="26416"/>
                  </a:cubicBezTo>
                  <a:cubicBezTo>
                    <a:pt x="84582" y="31623"/>
                    <a:pt x="85725" y="37084"/>
                    <a:pt x="85725" y="4279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535305" y="3969334"/>
            <a:ext cx="85725" cy="85725"/>
            <a:chOff x="0" y="0"/>
            <a:chExt cx="85725" cy="857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926"/>
                  </a:moveTo>
                  <a:cubicBezTo>
                    <a:pt x="85725" y="48641"/>
                    <a:pt x="84582" y="54102"/>
                    <a:pt x="82423" y="59309"/>
                  </a:cubicBezTo>
                  <a:cubicBezTo>
                    <a:pt x="80264" y="64516"/>
                    <a:pt x="77089" y="69215"/>
                    <a:pt x="73152" y="73152"/>
                  </a:cubicBezTo>
                  <a:cubicBezTo>
                    <a:pt x="69215" y="77089"/>
                    <a:pt x="64516" y="80264"/>
                    <a:pt x="59309" y="82423"/>
                  </a:cubicBezTo>
                  <a:cubicBezTo>
                    <a:pt x="54102" y="84582"/>
                    <a:pt x="48641" y="85725"/>
                    <a:pt x="42926" y="85725"/>
                  </a:cubicBezTo>
                  <a:cubicBezTo>
                    <a:pt x="37211" y="85725"/>
                    <a:pt x="31750" y="84582"/>
                    <a:pt x="26543" y="82423"/>
                  </a:cubicBezTo>
                  <a:cubicBezTo>
                    <a:pt x="21336" y="80264"/>
                    <a:pt x="16510" y="77216"/>
                    <a:pt x="12573" y="73152"/>
                  </a:cubicBezTo>
                  <a:cubicBezTo>
                    <a:pt x="8636" y="69088"/>
                    <a:pt x="5461" y="64516"/>
                    <a:pt x="3302" y="59309"/>
                  </a:cubicBezTo>
                  <a:cubicBezTo>
                    <a:pt x="1143" y="54102"/>
                    <a:pt x="0" y="48514"/>
                    <a:pt x="0" y="42926"/>
                  </a:cubicBezTo>
                  <a:cubicBezTo>
                    <a:pt x="0" y="37338"/>
                    <a:pt x="1143" y="31750"/>
                    <a:pt x="3302" y="26416"/>
                  </a:cubicBezTo>
                  <a:cubicBezTo>
                    <a:pt x="5461" y="21082"/>
                    <a:pt x="8509" y="16510"/>
                    <a:pt x="12573" y="12573"/>
                  </a:cubicBezTo>
                  <a:cubicBezTo>
                    <a:pt x="16637" y="8636"/>
                    <a:pt x="21209" y="5461"/>
                    <a:pt x="26416" y="3302"/>
                  </a:cubicBezTo>
                  <a:cubicBezTo>
                    <a:pt x="31623" y="1143"/>
                    <a:pt x="37211" y="0"/>
                    <a:pt x="42926" y="0"/>
                  </a:cubicBezTo>
                  <a:cubicBezTo>
                    <a:pt x="48641" y="0"/>
                    <a:pt x="54102" y="1143"/>
                    <a:pt x="59309" y="3302"/>
                  </a:cubicBezTo>
                  <a:cubicBezTo>
                    <a:pt x="64516" y="5461"/>
                    <a:pt x="69215" y="8636"/>
                    <a:pt x="73152" y="12573"/>
                  </a:cubicBezTo>
                  <a:cubicBezTo>
                    <a:pt x="77089" y="16510"/>
                    <a:pt x="80264" y="21209"/>
                    <a:pt x="82423" y="26416"/>
                  </a:cubicBezTo>
                  <a:cubicBezTo>
                    <a:pt x="84582" y="31623"/>
                    <a:pt x="85725" y="37084"/>
                    <a:pt x="85725" y="4279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535305" y="4359859"/>
            <a:ext cx="85725" cy="85725"/>
            <a:chOff x="0" y="0"/>
            <a:chExt cx="85725" cy="8572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926"/>
                  </a:moveTo>
                  <a:cubicBezTo>
                    <a:pt x="85725" y="48641"/>
                    <a:pt x="84582" y="54102"/>
                    <a:pt x="82423" y="59309"/>
                  </a:cubicBezTo>
                  <a:cubicBezTo>
                    <a:pt x="80264" y="64516"/>
                    <a:pt x="77089" y="69215"/>
                    <a:pt x="73152" y="73152"/>
                  </a:cubicBezTo>
                  <a:cubicBezTo>
                    <a:pt x="69215" y="77089"/>
                    <a:pt x="64516" y="80264"/>
                    <a:pt x="59309" y="82423"/>
                  </a:cubicBezTo>
                  <a:cubicBezTo>
                    <a:pt x="54102" y="84582"/>
                    <a:pt x="48641" y="85725"/>
                    <a:pt x="42926" y="85725"/>
                  </a:cubicBezTo>
                  <a:cubicBezTo>
                    <a:pt x="37211" y="85725"/>
                    <a:pt x="31750" y="84582"/>
                    <a:pt x="26543" y="82423"/>
                  </a:cubicBezTo>
                  <a:cubicBezTo>
                    <a:pt x="21336" y="80264"/>
                    <a:pt x="16510" y="77216"/>
                    <a:pt x="12573" y="73152"/>
                  </a:cubicBezTo>
                  <a:cubicBezTo>
                    <a:pt x="8636" y="69088"/>
                    <a:pt x="5461" y="64516"/>
                    <a:pt x="3302" y="59309"/>
                  </a:cubicBezTo>
                  <a:cubicBezTo>
                    <a:pt x="1143" y="54102"/>
                    <a:pt x="0" y="48514"/>
                    <a:pt x="0" y="42926"/>
                  </a:cubicBezTo>
                  <a:cubicBezTo>
                    <a:pt x="0" y="37338"/>
                    <a:pt x="1143" y="31750"/>
                    <a:pt x="3302" y="26416"/>
                  </a:cubicBezTo>
                  <a:cubicBezTo>
                    <a:pt x="5461" y="21082"/>
                    <a:pt x="8509" y="16510"/>
                    <a:pt x="12573" y="12573"/>
                  </a:cubicBezTo>
                  <a:cubicBezTo>
                    <a:pt x="16637" y="8636"/>
                    <a:pt x="21209" y="5461"/>
                    <a:pt x="26416" y="3302"/>
                  </a:cubicBezTo>
                  <a:cubicBezTo>
                    <a:pt x="31623" y="1143"/>
                    <a:pt x="37211" y="0"/>
                    <a:pt x="42926" y="0"/>
                  </a:cubicBezTo>
                  <a:cubicBezTo>
                    <a:pt x="48641" y="0"/>
                    <a:pt x="54102" y="1143"/>
                    <a:pt x="59309" y="3302"/>
                  </a:cubicBezTo>
                  <a:cubicBezTo>
                    <a:pt x="64516" y="5461"/>
                    <a:pt x="69215" y="8636"/>
                    <a:pt x="73152" y="12573"/>
                  </a:cubicBezTo>
                  <a:cubicBezTo>
                    <a:pt x="77089" y="16510"/>
                    <a:pt x="80264" y="21209"/>
                    <a:pt x="82423" y="26416"/>
                  </a:cubicBezTo>
                  <a:cubicBezTo>
                    <a:pt x="84582" y="31623"/>
                    <a:pt x="85725" y="37084"/>
                    <a:pt x="85725" y="4279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535305" y="4750384"/>
            <a:ext cx="85725" cy="85725"/>
            <a:chOff x="0" y="0"/>
            <a:chExt cx="85725" cy="8572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926"/>
                  </a:moveTo>
                  <a:cubicBezTo>
                    <a:pt x="85725" y="48641"/>
                    <a:pt x="84582" y="54102"/>
                    <a:pt x="82423" y="59309"/>
                  </a:cubicBezTo>
                  <a:cubicBezTo>
                    <a:pt x="80264" y="64516"/>
                    <a:pt x="77089" y="69215"/>
                    <a:pt x="73152" y="73152"/>
                  </a:cubicBezTo>
                  <a:cubicBezTo>
                    <a:pt x="69215" y="77089"/>
                    <a:pt x="64516" y="80264"/>
                    <a:pt x="59309" y="82423"/>
                  </a:cubicBezTo>
                  <a:cubicBezTo>
                    <a:pt x="54102" y="84582"/>
                    <a:pt x="48641" y="85725"/>
                    <a:pt x="42926" y="85725"/>
                  </a:cubicBezTo>
                  <a:cubicBezTo>
                    <a:pt x="37211" y="85725"/>
                    <a:pt x="31750" y="84582"/>
                    <a:pt x="26543" y="82423"/>
                  </a:cubicBezTo>
                  <a:cubicBezTo>
                    <a:pt x="21336" y="80264"/>
                    <a:pt x="16510" y="77216"/>
                    <a:pt x="12573" y="73152"/>
                  </a:cubicBezTo>
                  <a:cubicBezTo>
                    <a:pt x="8636" y="69088"/>
                    <a:pt x="5461" y="64516"/>
                    <a:pt x="3302" y="59309"/>
                  </a:cubicBezTo>
                  <a:cubicBezTo>
                    <a:pt x="1143" y="54102"/>
                    <a:pt x="0" y="48514"/>
                    <a:pt x="0" y="42926"/>
                  </a:cubicBezTo>
                  <a:cubicBezTo>
                    <a:pt x="0" y="37338"/>
                    <a:pt x="1143" y="31750"/>
                    <a:pt x="3302" y="26416"/>
                  </a:cubicBezTo>
                  <a:cubicBezTo>
                    <a:pt x="5461" y="21082"/>
                    <a:pt x="8509" y="16510"/>
                    <a:pt x="12573" y="12573"/>
                  </a:cubicBezTo>
                  <a:cubicBezTo>
                    <a:pt x="16637" y="8636"/>
                    <a:pt x="21209" y="5461"/>
                    <a:pt x="26416" y="3302"/>
                  </a:cubicBezTo>
                  <a:cubicBezTo>
                    <a:pt x="31623" y="1143"/>
                    <a:pt x="37211" y="0"/>
                    <a:pt x="42926" y="0"/>
                  </a:cubicBezTo>
                  <a:cubicBezTo>
                    <a:pt x="48641" y="0"/>
                    <a:pt x="54102" y="1143"/>
                    <a:pt x="59309" y="3302"/>
                  </a:cubicBezTo>
                  <a:cubicBezTo>
                    <a:pt x="64516" y="5461"/>
                    <a:pt x="69215" y="8636"/>
                    <a:pt x="73152" y="12573"/>
                  </a:cubicBezTo>
                  <a:cubicBezTo>
                    <a:pt x="77089" y="16510"/>
                    <a:pt x="80264" y="21209"/>
                    <a:pt x="82423" y="26416"/>
                  </a:cubicBezTo>
                  <a:cubicBezTo>
                    <a:pt x="84582" y="31623"/>
                    <a:pt x="85725" y="37084"/>
                    <a:pt x="85725" y="4279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535305" y="5636209"/>
            <a:ext cx="85725" cy="85725"/>
            <a:chOff x="0" y="0"/>
            <a:chExt cx="85725" cy="8572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926"/>
                  </a:moveTo>
                  <a:cubicBezTo>
                    <a:pt x="85725" y="48641"/>
                    <a:pt x="84582" y="54102"/>
                    <a:pt x="82423" y="59309"/>
                  </a:cubicBezTo>
                  <a:cubicBezTo>
                    <a:pt x="80264" y="64516"/>
                    <a:pt x="77089" y="69215"/>
                    <a:pt x="73152" y="73152"/>
                  </a:cubicBezTo>
                  <a:cubicBezTo>
                    <a:pt x="69215" y="77089"/>
                    <a:pt x="64516" y="80264"/>
                    <a:pt x="59309" y="82423"/>
                  </a:cubicBezTo>
                  <a:cubicBezTo>
                    <a:pt x="54102" y="84582"/>
                    <a:pt x="48641" y="85725"/>
                    <a:pt x="42926" y="85725"/>
                  </a:cubicBezTo>
                  <a:cubicBezTo>
                    <a:pt x="37211" y="85725"/>
                    <a:pt x="31750" y="84582"/>
                    <a:pt x="26543" y="82423"/>
                  </a:cubicBezTo>
                  <a:cubicBezTo>
                    <a:pt x="21336" y="80264"/>
                    <a:pt x="16510" y="77216"/>
                    <a:pt x="12573" y="73152"/>
                  </a:cubicBezTo>
                  <a:cubicBezTo>
                    <a:pt x="8636" y="69088"/>
                    <a:pt x="5461" y="64516"/>
                    <a:pt x="3302" y="59309"/>
                  </a:cubicBezTo>
                  <a:cubicBezTo>
                    <a:pt x="1143" y="54102"/>
                    <a:pt x="0" y="48514"/>
                    <a:pt x="0" y="42926"/>
                  </a:cubicBezTo>
                  <a:cubicBezTo>
                    <a:pt x="0" y="37338"/>
                    <a:pt x="1143" y="31750"/>
                    <a:pt x="3302" y="26416"/>
                  </a:cubicBezTo>
                  <a:cubicBezTo>
                    <a:pt x="5461" y="21082"/>
                    <a:pt x="8509" y="16510"/>
                    <a:pt x="12573" y="12573"/>
                  </a:cubicBezTo>
                  <a:cubicBezTo>
                    <a:pt x="16637" y="8636"/>
                    <a:pt x="21209" y="5461"/>
                    <a:pt x="26416" y="3302"/>
                  </a:cubicBezTo>
                  <a:cubicBezTo>
                    <a:pt x="31623" y="1143"/>
                    <a:pt x="37211" y="0"/>
                    <a:pt x="42926" y="0"/>
                  </a:cubicBezTo>
                  <a:cubicBezTo>
                    <a:pt x="48641" y="0"/>
                    <a:pt x="54102" y="1143"/>
                    <a:pt x="59309" y="3302"/>
                  </a:cubicBezTo>
                  <a:cubicBezTo>
                    <a:pt x="64516" y="5461"/>
                    <a:pt x="69215" y="8636"/>
                    <a:pt x="73152" y="12573"/>
                  </a:cubicBezTo>
                  <a:cubicBezTo>
                    <a:pt x="77089" y="16510"/>
                    <a:pt x="80264" y="21209"/>
                    <a:pt x="82423" y="26416"/>
                  </a:cubicBezTo>
                  <a:cubicBezTo>
                    <a:pt x="84582" y="31623"/>
                    <a:pt x="85725" y="37084"/>
                    <a:pt x="85725" y="4279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535305" y="6026734"/>
            <a:ext cx="85725" cy="85725"/>
            <a:chOff x="0" y="0"/>
            <a:chExt cx="85725" cy="8572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926"/>
                  </a:moveTo>
                  <a:cubicBezTo>
                    <a:pt x="85725" y="48641"/>
                    <a:pt x="84582" y="54102"/>
                    <a:pt x="82423" y="59309"/>
                  </a:cubicBezTo>
                  <a:cubicBezTo>
                    <a:pt x="80264" y="64516"/>
                    <a:pt x="77089" y="69215"/>
                    <a:pt x="73152" y="73152"/>
                  </a:cubicBezTo>
                  <a:cubicBezTo>
                    <a:pt x="69215" y="77089"/>
                    <a:pt x="64516" y="80264"/>
                    <a:pt x="59309" y="82423"/>
                  </a:cubicBezTo>
                  <a:cubicBezTo>
                    <a:pt x="54102" y="84582"/>
                    <a:pt x="48641" y="85725"/>
                    <a:pt x="42926" y="85725"/>
                  </a:cubicBezTo>
                  <a:cubicBezTo>
                    <a:pt x="37211" y="85725"/>
                    <a:pt x="31750" y="84582"/>
                    <a:pt x="26543" y="82423"/>
                  </a:cubicBezTo>
                  <a:cubicBezTo>
                    <a:pt x="21336" y="80264"/>
                    <a:pt x="16510" y="77216"/>
                    <a:pt x="12573" y="73152"/>
                  </a:cubicBezTo>
                  <a:cubicBezTo>
                    <a:pt x="8636" y="69088"/>
                    <a:pt x="5461" y="64516"/>
                    <a:pt x="3302" y="59309"/>
                  </a:cubicBezTo>
                  <a:cubicBezTo>
                    <a:pt x="1143" y="54102"/>
                    <a:pt x="0" y="48514"/>
                    <a:pt x="0" y="42926"/>
                  </a:cubicBezTo>
                  <a:cubicBezTo>
                    <a:pt x="0" y="37338"/>
                    <a:pt x="1143" y="31750"/>
                    <a:pt x="3302" y="26416"/>
                  </a:cubicBezTo>
                  <a:cubicBezTo>
                    <a:pt x="5461" y="21082"/>
                    <a:pt x="8509" y="16510"/>
                    <a:pt x="12573" y="12573"/>
                  </a:cubicBezTo>
                  <a:cubicBezTo>
                    <a:pt x="16637" y="8636"/>
                    <a:pt x="21209" y="5461"/>
                    <a:pt x="26416" y="3302"/>
                  </a:cubicBezTo>
                  <a:cubicBezTo>
                    <a:pt x="31623" y="1143"/>
                    <a:pt x="37211" y="0"/>
                    <a:pt x="42926" y="0"/>
                  </a:cubicBezTo>
                  <a:cubicBezTo>
                    <a:pt x="48641" y="0"/>
                    <a:pt x="54102" y="1143"/>
                    <a:pt x="59309" y="3302"/>
                  </a:cubicBezTo>
                  <a:cubicBezTo>
                    <a:pt x="64516" y="5461"/>
                    <a:pt x="69215" y="8636"/>
                    <a:pt x="73152" y="12573"/>
                  </a:cubicBezTo>
                  <a:cubicBezTo>
                    <a:pt x="77089" y="16510"/>
                    <a:pt x="80264" y="21209"/>
                    <a:pt x="82423" y="26416"/>
                  </a:cubicBezTo>
                  <a:cubicBezTo>
                    <a:pt x="84582" y="31623"/>
                    <a:pt x="85725" y="37084"/>
                    <a:pt x="85725" y="4279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535305" y="6912559"/>
            <a:ext cx="85725" cy="85725"/>
            <a:chOff x="0" y="0"/>
            <a:chExt cx="85725" cy="8572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926"/>
                  </a:moveTo>
                  <a:cubicBezTo>
                    <a:pt x="85725" y="48641"/>
                    <a:pt x="84582" y="54102"/>
                    <a:pt x="82423" y="59309"/>
                  </a:cubicBezTo>
                  <a:cubicBezTo>
                    <a:pt x="80264" y="64516"/>
                    <a:pt x="77089" y="69215"/>
                    <a:pt x="73152" y="73152"/>
                  </a:cubicBezTo>
                  <a:cubicBezTo>
                    <a:pt x="69215" y="77089"/>
                    <a:pt x="64516" y="80264"/>
                    <a:pt x="59309" y="82423"/>
                  </a:cubicBezTo>
                  <a:cubicBezTo>
                    <a:pt x="54102" y="84582"/>
                    <a:pt x="48641" y="85725"/>
                    <a:pt x="42926" y="85725"/>
                  </a:cubicBezTo>
                  <a:cubicBezTo>
                    <a:pt x="37211" y="85725"/>
                    <a:pt x="31750" y="84582"/>
                    <a:pt x="26543" y="82423"/>
                  </a:cubicBezTo>
                  <a:cubicBezTo>
                    <a:pt x="21336" y="80264"/>
                    <a:pt x="16510" y="77216"/>
                    <a:pt x="12573" y="73152"/>
                  </a:cubicBezTo>
                  <a:cubicBezTo>
                    <a:pt x="8636" y="69088"/>
                    <a:pt x="5461" y="64516"/>
                    <a:pt x="3302" y="59309"/>
                  </a:cubicBezTo>
                  <a:cubicBezTo>
                    <a:pt x="1143" y="54102"/>
                    <a:pt x="0" y="48514"/>
                    <a:pt x="0" y="42926"/>
                  </a:cubicBezTo>
                  <a:cubicBezTo>
                    <a:pt x="0" y="37338"/>
                    <a:pt x="1143" y="31750"/>
                    <a:pt x="3302" y="26416"/>
                  </a:cubicBezTo>
                  <a:cubicBezTo>
                    <a:pt x="5461" y="21082"/>
                    <a:pt x="8509" y="16510"/>
                    <a:pt x="12573" y="12573"/>
                  </a:cubicBezTo>
                  <a:cubicBezTo>
                    <a:pt x="16637" y="8636"/>
                    <a:pt x="21209" y="5461"/>
                    <a:pt x="26416" y="3302"/>
                  </a:cubicBezTo>
                  <a:cubicBezTo>
                    <a:pt x="31623" y="1143"/>
                    <a:pt x="37211" y="0"/>
                    <a:pt x="42926" y="0"/>
                  </a:cubicBezTo>
                  <a:cubicBezTo>
                    <a:pt x="48641" y="0"/>
                    <a:pt x="54102" y="1143"/>
                    <a:pt x="59309" y="3302"/>
                  </a:cubicBezTo>
                  <a:cubicBezTo>
                    <a:pt x="64516" y="5461"/>
                    <a:pt x="69215" y="8636"/>
                    <a:pt x="73152" y="12573"/>
                  </a:cubicBezTo>
                  <a:cubicBezTo>
                    <a:pt x="77089" y="16510"/>
                    <a:pt x="80264" y="21209"/>
                    <a:pt x="82423" y="26416"/>
                  </a:cubicBezTo>
                  <a:cubicBezTo>
                    <a:pt x="84582" y="31623"/>
                    <a:pt x="85725" y="37084"/>
                    <a:pt x="85725" y="4279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535305" y="7303084"/>
            <a:ext cx="85725" cy="85725"/>
            <a:chOff x="0" y="0"/>
            <a:chExt cx="85725" cy="8572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926"/>
                  </a:moveTo>
                  <a:cubicBezTo>
                    <a:pt x="85725" y="48641"/>
                    <a:pt x="84582" y="54102"/>
                    <a:pt x="82423" y="59309"/>
                  </a:cubicBezTo>
                  <a:cubicBezTo>
                    <a:pt x="80264" y="64516"/>
                    <a:pt x="77089" y="69215"/>
                    <a:pt x="73152" y="73152"/>
                  </a:cubicBezTo>
                  <a:cubicBezTo>
                    <a:pt x="69215" y="77089"/>
                    <a:pt x="64516" y="80264"/>
                    <a:pt x="59309" y="82423"/>
                  </a:cubicBezTo>
                  <a:cubicBezTo>
                    <a:pt x="54102" y="84582"/>
                    <a:pt x="48641" y="85725"/>
                    <a:pt x="42926" y="85725"/>
                  </a:cubicBezTo>
                  <a:cubicBezTo>
                    <a:pt x="37211" y="85725"/>
                    <a:pt x="31750" y="84582"/>
                    <a:pt x="26543" y="82423"/>
                  </a:cubicBezTo>
                  <a:cubicBezTo>
                    <a:pt x="21336" y="80264"/>
                    <a:pt x="16510" y="77216"/>
                    <a:pt x="12573" y="73152"/>
                  </a:cubicBezTo>
                  <a:cubicBezTo>
                    <a:pt x="8636" y="69088"/>
                    <a:pt x="5461" y="64516"/>
                    <a:pt x="3302" y="59309"/>
                  </a:cubicBezTo>
                  <a:cubicBezTo>
                    <a:pt x="1143" y="54102"/>
                    <a:pt x="0" y="48514"/>
                    <a:pt x="0" y="42926"/>
                  </a:cubicBezTo>
                  <a:cubicBezTo>
                    <a:pt x="0" y="37338"/>
                    <a:pt x="1143" y="31750"/>
                    <a:pt x="3302" y="26416"/>
                  </a:cubicBezTo>
                  <a:cubicBezTo>
                    <a:pt x="5461" y="21082"/>
                    <a:pt x="8509" y="16510"/>
                    <a:pt x="12573" y="12573"/>
                  </a:cubicBezTo>
                  <a:cubicBezTo>
                    <a:pt x="16637" y="8636"/>
                    <a:pt x="21209" y="5461"/>
                    <a:pt x="26416" y="3302"/>
                  </a:cubicBezTo>
                  <a:cubicBezTo>
                    <a:pt x="31623" y="1143"/>
                    <a:pt x="37211" y="0"/>
                    <a:pt x="42926" y="0"/>
                  </a:cubicBezTo>
                  <a:cubicBezTo>
                    <a:pt x="48641" y="0"/>
                    <a:pt x="54102" y="1143"/>
                    <a:pt x="59309" y="3302"/>
                  </a:cubicBezTo>
                  <a:cubicBezTo>
                    <a:pt x="64516" y="5461"/>
                    <a:pt x="69215" y="8636"/>
                    <a:pt x="73152" y="12573"/>
                  </a:cubicBezTo>
                  <a:cubicBezTo>
                    <a:pt x="77089" y="16510"/>
                    <a:pt x="80264" y="21209"/>
                    <a:pt x="82423" y="26416"/>
                  </a:cubicBezTo>
                  <a:cubicBezTo>
                    <a:pt x="84582" y="31623"/>
                    <a:pt x="85725" y="37084"/>
                    <a:pt x="85725" y="4279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090136" y="1199864"/>
            <a:ext cx="1001840" cy="76010"/>
            <a:chOff x="0" y="0"/>
            <a:chExt cx="1001839" cy="7601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01903" cy="75946"/>
            </a:xfrm>
            <a:custGeom>
              <a:avLst/>
              <a:gdLst/>
              <a:ahLst/>
              <a:cxnLst/>
              <a:rect l="l" t="t" r="r" b="b"/>
              <a:pathLst>
                <a:path w="1001903" h="75946">
                  <a:moveTo>
                    <a:pt x="0" y="75946"/>
                  </a:moveTo>
                  <a:lnTo>
                    <a:pt x="1001903" y="75946"/>
                  </a:lnTo>
                  <a:lnTo>
                    <a:pt x="10019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0" y="0"/>
            <a:ext cx="18288000" cy="89440"/>
            <a:chOff x="0" y="0"/>
            <a:chExt cx="18288000" cy="8943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8288000" cy="89402"/>
            </a:xfrm>
            <a:custGeom>
              <a:avLst/>
              <a:gdLst/>
              <a:ahLst/>
              <a:cxnLst/>
              <a:rect l="l" t="t" r="r" b="b"/>
              <a:pathLst>
                <a:path w="18288000" h="89402">
                  <a:moveTo>
                    <a:pt x="0" y="0"/>
                  </a:moveTo>
                  <a:lnTo>
                    <a:pt x="0" y="89402"/>
                  </a:lnTo>
                  <a:lnTo>
                    <a:pt x="18288000" y="89402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-63503" y="9928317"/>
            <a:ext cx="18414997" cy="422177"/>
            <a:chOff x="0" y="0"/>
            <a:chExt cx="18415000" cy="422186"/>
          </a:xfrm>
        </p:grpSpPr>
        <p:sp>
          <p:nvSpPr>
            <p:cNvPr id="30" name="Freeform 30"/>
            <p:cNvSpPr/>
            <p:nvPr/>
          </p:nvSpPr>
          <p:spPr>
            <a:xfrm>
              <a:off x="63500" y="63501"/>
              <a:ext cx="11940032" cy="295152"/>
            </a:xfrm>
            <a:custGeom>
              <a:avLst/>
              <a:gdLst/>
              <a:ahLst/>
              <a:cxnLst/>
              <a:rect l="l" t="t" r="r" b="b"/>
              <a:pathLst>
                <a:path w="11940032" h="295152">
                  <a:moveTo>
                    <a:pt x="0" y="0"/>
                  </a:moveTo>
                  <a:lnTo>
                    <a:pt x="0" y="295152"/>
                  </a:lnTo>
                  <a:lnTo>
                    <a:pt x="11940032" y="295152"/>
                  </a:lnTo>
                  <a:lnTo>
                    <a:pt x="1194003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11989308" y="63501"/>
              <a:ext cx="6362192" cy="295152"/>
            </a:xfrm>
            <a:custGeom>
              <a:avLst/>
              <a:gdLst/>
              <a:ahLst/>
              <a:cxnLst/>
              <a:rect l="l" t="t" r="r" b="b"/>
              <a:pathLst>
                <a:path w="6362192" h="295152">
                  <a:moveTo>
                    <a:pt x="0" y="0"/>
                  </a:moveTo>
                  <a:lnTo>
                    <a:pt x="0" y="295152"/>
                  </a:lnTo>
                  <a:lnTo>
                    <a:pt x="6362192" y="295152"/>
                  </a:lnTo>
                  <a:lnTo>
                    <a:pt x="636219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32" name="TextBox 32"/>
          <p:cNvSpPr txBox="1"/>
          <p:nvPr/>
        </p:nvSpPr>
        <p:spPr>
          <a:xfrm>
            <a:off x="321288" y="106480"/>
            <a:ext cx="155696" cy="38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2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61288" y="348082"/>
            <a:ext cx="5854198" cy="882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072A5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 STATEMENT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28441" y="9937966"/>
            <a:ext cx="1956454" cy="31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02 September 2026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6567956" y="9917830"/>
            <a:ext cx="1419282" cy="369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Slide 2 of 10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80253" y="2456688"/>
            <a:ext cx="2228850" cy="630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01"/>
              </a:lnSpc>
            </a:pPr>
            <a:r>
              <a:rPr lang="en-US" sz="3286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Problem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826040" y="4519012"/>
            <a:ext cx="75733" cy="48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0"/>
              </a:lnSpc>
            </a:pPr>
            <a:r>
              <a:rPr lang="en-US" sz="258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74608" y="4904613"/>
            <a:ext cx="3017063" cy="613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01"/>
              </a:lnSpc>
            </a:pPr>
            <a:r>
              <a:rPr lang="en-US" sz="3286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Who is Affected?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97180" y="6165685"/>
            <a:ext cx="3981450" cy="630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01"/>
              </a:lnSpc>
            </a:pPr>
            <a:r>
              <a:rPr lang="en-US" sz="328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</a:t>
            </a:r>
            <a:r>
              <a:rPr lang="en-US" sz="3286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is it Important?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55215" y="6681187"/>
            <a:ext cx="75733" cy="48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0"/>
              </a:lnSpc>
            </a:pPr>
            <a:r>
              <a:rPr lang="en-US" sz="258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816465" y="2595058"/>
            <a:ext cx="162354" cy="31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U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65248" y="3014062"/>
            <a:ext cx="9944262" cy="1596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4"/>
              </a:lnSpc>
            </a:pPr>
            <a:r>
              <a:rPr lang="en-US" sz="258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Citizens often face difficulty in registering and tracking public complaints. Complaints may experience delays, poor visibility, or lack of follow-up. Citizens may not know:</a:t>
            </a:r>
          </a:p>
          <a:p>
            <a:pPr algn="l">
              <a:lnSpc>
                <a:spcPts val="3074"/>
              </a:lnSpc>
            </a:pPr>
            <a:r>
              <a:rPr lang="en-US" sz="258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Who is handling the complaint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65248" y="4519012"/>
            <a:ext cx="3405597" cy="48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0"/>
              </a:lnSpc>
            </a:pPr>
            <a:r>
              <a:rPr lang="en-US" sz="258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What its current statusis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65248" y="5398341"/>
            <a:ext cx="3551120" cy="879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4"/>
              </a:lnSpc>
            </a:pPr>
            <a:r>
              <a:rPr lang="en-US" sz="258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Citizen</a:t>
            </a:r>
            <a:r>
              <a:rPr lang="en-US" sz="2586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!</a:t>
            </a:r>
            <a:r>
              <a:rPr lang="en-US" sz="258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2586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  <a:p>
            <a:pPr algn="just">
              <a:lnSpc>
                <a:spcPts val="3074"/>
              </a:lnSpc>
            </a:pPr>
            <a:r>
              <a:rPr lang="en-US" sz="258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Administrative authorities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865433" y="5434270"/>
            <a:ext cx="62503" cy="31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i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65248" y="6681187"/>
            <a:ext cx="14736108" cy="48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0"/>
              </a:lnSpc>
            </a:pPr>
            <a:r>
              <a:rPr lang="en-US" sz="258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Atransparent grievanceworkflow can improve complaint visibility, response monitoring, and accountability.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65248" y="7128862"/>
            <a:ext cx="16475793" cy="815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4"/>
              </a:lnSpc>
            </a:pPr>
            <a:r>
              <a:rPr lang="en-US" sz="258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JANIVARAN specifically focuses on preventing lost complaints and delayed resolutions through routing, SLA tracking, notifications, and escalation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6633" y="1136361"/>
            <a:ext cx="1128779" cy="203006"/>
          </a:xfrm>
          <a:custGeom>
            <a:avLst/>
            <a:gdLst/>
            <a:ahLst/>
            <a:cxnLst/>
            <a:rect l="l" t="t" r="r" b="b"/>
            <a:pathLst>
              <a:path w="1128779" h="203006">
                <a:moveTo>
                  <a:pt x="0" y="0"/>
                </a:moveTo>
                <a:lnTo>
                  <a:pt x="1128779" y="0"/>
                </a:lnTo>
                <a:lnTo>
                  <a:pt x="1128779" y="203006"/>
                </a:lnTo>
                <a:lnTo>
                  <a:pt x="0" y="2030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3503" y="-63503"/>
            <a:ext cx="18414997" cy="216437"/>
          </a:xfrm>
          <a:custGeom>
            <a:avLst/>
            <a:gdLst/>
            <a:ahLst/>
            <a:cxnLst/>
            <a:rect l="l" t="t" r="r" b="b"/>
            <a:pathLst>
              <a:path w="18414997" h="216437">
                <a:moveTo>
                  <a:pt x="0" y="0"/>
                </a:moveTo>
                <a:lnTo>
                  <a:pt x="18414997" y="0"/>
                </a:lnTo>
                <a:lnTo>
                  <a:pt x="18414997" y="216436"/>
                </a:lnTo>
                <a:lnTo>
                  <a:pt x="0" y="2164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63503" y="9928317"/>
            <a:ext cx="18414997" cy="422177"/>
          </a:xfrm>
          <a:custGeom>
            <a:avLst/>
            <a:gdLst/>
            <a:ahLst/>
            <a:cxnLst/>
            <a:rect l="l" t="t" r="r" b="b"/>
            <a:pathLst>
              <a:path w="18414997" h="422177">
                <a:moveTo>
                  <a:pt x="0" y="0"/>
                </a:moveTo>
                <a:lnTo>
                  <a:pt x="18414997" y="0"/>
                </a:lnTo>
                <a:lnTo>
                  <a:pt x="18414997" y="422177"/>
                </a:lnTo>
                <a:lnTo>
                  <a:pt x="0" y="4221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6212312" y="274320"/>
            <a:ext cx="1869948" cy="1884559"/>
            <a:chOff x="0" y="0"/>
            <a:chExt cx="2493264" cy="2512746"/>
          </a:xfrm>
        </p:grpSpPr>
        <p:sp>
          <p:nvSpPr>
            <p:cNvPr id="6" name="Freeform 6" descr="d29fed93-76c3-4798-81b8-a81e8a8402fd.png"/>
            <p:cNvSpPr/>
            <p:nvPr/>
          </p:nvSpPr>
          <p:spPr>
            <a:xfrm>
              <a:off x="0" y="0"/>
              <a:ext cx="2493264" cy="2512695"/>
            </a:xfrm>
            <a:custGeom>
              <a:avLst/>
              <a:gdLst/>
              <a:ahLst/>
              <a:cxnLst/>
              <a:rect l="l" t="t" r="r" b="b"/>
              <a:pathLst>
                <a:path w="2493264" h="2512695">
                  <a:moveTo>
                    <a:pt x="0" y="0"/>
                  </a:moveTo>
                  <a:lnTo>
                    <a:pt x="2493264" y="0"/>
                  </a:lnTo>
                  <a:lnTo>
                    <a:pt x="2493264" y="2512695"/>
                  </a:lnTo>
                  <a:lnTo>
                    <a:pt x="0" y="2512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2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553707" y="2275999"/>
            <a:ext cx="76200" cy="76200"/>
            <a:chOff x="0" y="0"/>
            <a:chExt cx="76200" cy="76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277"/>
                    <a:pt x="2921" y="52705"/>
                  </a:cubicBezTo>
                  <a:cubicBezTo>
                    <a:pt x="1016" y="48133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923"/>
                    <a:pt x="73279" y="23495"/>
                  </a:cubicBezTo>
                  <a:cubicBezTo>
                    <a:pt x="75184" y="28067"/>
                    <a:pt x="76200" y="33020"/>
                    <a:pt x="76200" y="381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553707" y="2637949"/>
            <a:ext cx="76200" cy="76200"/>
            <a:chOff x="0" y="0"/>
            <a:chExt cx="76200" cy="76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277"/>
                    <a:pt x="2921" y="52705"/>
                  </a:cubicBezTo>
                  <a:cubicBezTo>
                    <a:pt x="1016" y="48133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923"/>
                    <a:pt x="73279" y="23495"/>
                  </a:cubicBezTo>
                  <a:cubicBezTo>
                    <a:pt x="75184" y="28067"/>
                    <a:pt x="76200" y="33020"/>
                    <a:pt x="76200" y="381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553707" y="2999899"/>
            <a:ext cx="76200" cy="76200"/>
            <a:chOff x="0" y="0"/>
            <a:chExt cx="76200" cy="76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277"/>
                    <a:pt x="2921" y="52705"/>
                  </a:cubicBezTo>
                  <a:cubicBezTo>
                    <a:pt x="1016" y="48133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923"/>
                    <a:pt x="73279" y="23495"/>
                  </a:cubicBezTo>
                  <a:cubicBezTo>
                    <a:pt x="75184" y="28067"/>
                    <a:pt x="76200" y="33020"/>
                    <a:pt x="76200" y="381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553707" y="3361849"/>
            <a:ext cx="76200" cy="76200"/>
            <a:chOff x="0" y="0"/>
            <a:chExt cx="76200" cy="76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277"/>
                    <a:pt x="2921" y="52705"/>
                  </a:cubicBezTo>
                  <a:cubicBezTo>
                    <a:pt x="1016" y="48133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923"/>
                    <a:pt x="73279" y="23495"/>
                  </a:cubicBezTo>
                  <a:cubicBezTo>
                    <a:pt x="75184" y="28067"/>
                    <a:pt x="76200" y="33020"/>
                    <a:pt x="76200" y="381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553707" y="4209574"/>
            <a:ext cx="76200" cy="76200"/>
            <a:chOff x="0" y="0"/>
            <a:chExt cx="76200" cy="76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277"/>
                    <a:pt x="2921" y="52705"/>
                  </a:cubicBezTo>
                  <a:cubicBezTo>
                    <a:pt x="1016" y="48133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923"/>
                    <a:pt x="73279" y="23495"/>
                  </a:cubicBezTo>
                  <a:cubicBezTo>
                    <a:pt x="75184" y="28067"/>
                    <a:pt x="76200" y="33020"/>
                    <a:pt x="76200" y="381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553707" y="4571524"/>
            <a:ext cx="76200" cy="76200"/>
            <a:chOff x="0" y="0"/>
            <a:chExt cx="76200" cy="76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277"/>
                    <a:pt x="2921" y="52705"/>
                  </a:cubicBezTo>
                  <a:cubicBezTo>
                    <a:pt x="1016" y="48133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923"/>
                    <a:pt x="73279" y="23495"/>
                  </a:cubicBezTo>
                  <a:cubicBezTo>
                    <a:pt x="75184" y="28067"/>
                    <a:pt x="76200" y="33020"/>
                    <a:pt x="76200" y="381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553707" y="4933474"/>
            <a:ext cx="76200" cy="76200"/>
            <a:chOff x="0" y="0"/>
            <a:chExt cx="76200" cy="76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277"/>
                    <a:pt x="2921" y="52705"/>
                  </a:cubicBezTo>
                  <a:cubicBezTo>
                    <a:pt x="1016" y="48133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923"/>
                    <a:pt x="73279" y="23495"/>
                  </a:cubicBezTo>
                  <a:cubicBezTo>
                    <a:pt x="75184" y="28067"/>
                    <a:pt x="76200" y="33020"/>
                    <a:pt x="76200" y="381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553707" y="5781199"/>
            <a:ext cx="76200" cy="76200"/>
            <a:chOff x="0" y="0"/>
            <a:chExt cx="76200" cy="76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277"/>
                    <a:pt x="2921" y="52705"/>
                  </a:cubicBezTo>
                  <a:cubicBezTo>
                    <a:pt x="1016" y="48133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923"/>
                    <a:pt x="73279" y="23495"/>
                  </a:cubicBezTo>
                  <a:cubicBezTo>
                    <a:pt x="75184" y="28067"/>
                    <a:pt x="76200" y="33020"/>
                    <a:pt x="76200" y="381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553707" y="6143149"/>
            <a:ext cx="76200" cy="76200"/>
            <a:chOff x="0" y="0"/>
            <a:chExt cx="76200" cy="76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277"/>
                    <a:pt x="2921" y="52705"/>
                  </a:cubicBezTo>
                  <a:cubicBezTo>
                    <a:pt x="1016" y="48133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923"/>
                    <a:pt x="73279" y="23495"/>
                  </a:cubicBezTo>
                  <a:cubicBezTo>
                    <a:pt x="75184" y="28067"/>
                    <a:pt x="76200" y="33020"/>
                    <a:pt x="76200" y="381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553707" y="6990874"/>
            <a:ext cx="76200" cy="76200"/>
            <a:chOff x="0" y="0"/>
            <a:chExt cx="76200" cy="762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277"/>
                    <a:pt x="2921" y="52705"/>
                  </a:cubicBezTo>
                  <a:cubicBezTo>
                    <a:pt x="1016" y="48133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923"/>
                    <a:pt x="73279" y="23495"/>
                  </a:cubicBezTo>
                  <a:cubicBezTo>
                    <a:pt x="75184" y="28067"/>
                    <a:pt x="76200" y="33020"/>
                    <a:pt x="76200" y="381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1090136" y="1199864"/>
            <a:ext cx="1001840" cy="76010"/>
            <a:chOff x="0" y="0"/>
            <a:chExt cx="1001839" cy="7601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01903" cy="75946"/>
            </a:xfrm>
            <a:custGeom>
              <a:avLst/>
              <a:gdLst/>
              <a:ahLst/>
              <a:cxnLst/>
              <a:rect l="l" t="t" r="r" b="b"/>
              <a:pathLst>
                <a:path w="1001903" h="75946">
                  <a:moveTo>
                    <a:pt x="0" y="75946"/>
                  </a:moveTo>
                  <a:lnTo>
                    <a:pt x="1001903" y="75946"/>
                  </a:lnTo>
                  <a:lnTo>
                    <a:pt x="10019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0" y="0"/>
            <a:ext cx="18288000" cy="89440"/>
            <a:chOff x="0" y="0"/>
            <a:chExt cx="18288000" cy="8943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8288000" cy="89402"/>
            </a:xfrm>
            <a:custGeom>
              <a:avLst/>
              <a:gdLst/>
              <a:ahLst/>
              <a:cxnLst/>
              <a:rect l="l" t="t" r="r" b="b"/>
              <a:pathLst>
                <a:path w="18288000" h="89402">
                  <a:moveTo>
                    <a:pt x="0" y="0"/>
                  </a:moveTo>
                  <a:lnTo>
                    <a:pt x="0" y="89402"/>
                  </a:lnTo>
                  <a:lnTo>
                    <a:pt x="18288000" y="89402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-63503" y="9928317"/>
            <a:ext cx="18414997" cy="422177"/>
            <a:chOff x="0" y="0"/>
            <a:chExt cx="18415000" cy="422186"/>
          </a:xfrm>
        </p:grpSpPr>
        <p:sp>
          <p:nvSpPr>
            <p:cNvPr id="32" name="Freeform 32"/>
            <p:cNvSpPr/>
            <p:nvPr/>
          </p:nvSpPr>
          <p:spPr>
            <a:xfrm>
              <a:off x="63500" y="63501"/>
              <a:ext cx="11940032" cy="295152"/>
            </a:xfrm>
            <a:custGeom>
              <a:avLst/>
              <a:gdLst/>
              <a:ahLst/>
              <a:cxnLst/>
              <a:rect l="l" t="t" r="r" b="b"/>
              <a:pathLst>
                <a:path w="11940032" h="295152">
                  <a:moveTo>
                    <a:pt x="0" y="0"/>
                  </a:moveTo>
                  <a:lnTo>
                    <a:pt x="0" y="295152"/>
                  </a:lnTo>
                  <a:lnTo>
                    <a:pt x="11940032" y="295152"/>
                  </a:lnTo>
                  <a:lnTo>
                    <a:pt x="1194003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11989308" y="63501"/>
              <a:ext cx="6362192" cy="295152"/>
            </a:xfrm>
            <a:custGeom>
              <a:avLst/>
              <a:gdLst/>
              <a:ahLst/>
              <a:cxnLst/>
              <a:rect l="l" t="t" r="r" b="b"/>
              <a:pathLst>
                <a:path w="6362192" h="295152">
                  <a:moveTo>
                    <a:pt x="0" y="0"/>
                  </a:moveTo>
                  <a:lnTo>
                    <a:pt x="0" y="295152"/>
                  </a:lnTo>
                  <a:lnTo>
                    <a:pt x="6362192" y="295152"/>
                  </a:lnTo>
                  <a:lnTo>
                    <a:pt x="636219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34" name="TextBox 34"/>
          <p:cNvSpPr txBox="1"/>
          <p:nvPr/>
        </p:nvSpPr>
        <p:spPr>
          <a:xfrm>
            <a:off x="1161288" y="348082"/>
            <a:ext cx="11088729" cy="882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072A5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EXISTING SOLUTION / LITERATURE REVIEW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069980" y="2173462"/>
            <a:ext cx="2214048" cy="302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EXISTING SOLUTIONS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309321" y="2173462"/>
            <a:ext cx="1319136" cy="302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LIMITATIONS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02097" y="3495523"/>
            <a:ext cx="1920183" cy="600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Limitations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72143" y="4172398"/>
            <a:ext cx="124558" cy="31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2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02097" y="1561948"/>
            <a:ext cx="3016548" cy="600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Existing Solutions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108664" y="2072164"/>
            <a:ext cx="70285" cy="43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372143" y="5955478"/>
            <a:ext cx="124558" cy="31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3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766336" y="5939314"/>
            <a:ext cx="70285" cy="43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02097" y="6276823"/>
            <a:ext cx="3392329" cy="600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Proposed Approach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467024" y="6787039"/>
            <a:ext cx="70285" cy="43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02097" y="5067148"/>
            <a:ext cx="3979164" cy="600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Research / Market Gap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429121" y="5577364"/>
            <a:ext cx="70285" cy="43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68915" y="2119789"/>
            <a:ext cx="5406219" cy="1474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Traditionalcomplaintregistration through:</a:t>
            </a:r>
          </a:p>
          <a:p>
            <a:pPr algn="l">
              <a:lnSpc>
                <a:spcPts val="2851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Helpl</a:t>
            </a:r>
            <a:r>
              <a:rPr lang="en-US" sz="24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ines</a:t>
            </a:r>
          </a:p>
          <a:p>
            <a:pPr algn="l">
              <a:lnSpc>
                <a:spcPts val="2851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Email</a:t>
            </a:r>
          </a:p>
          <a:p>
            <a:pPr algn="l">
              <a:lnSpc>
                <a:spcPts val="2851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Department-specific portals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68915" y="4005739"/>
            <a:ext cx="6797659" cy="43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Limited visibility into the complete complaint lifecycle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68915" y="4415314"/>
            <a:ext cx="7865764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Manual follow-up may still be required</a:t>
            </a:r>
          </a:p>
          <a:p>
            <a:pPr algn="l">
              <a:lnSpc>
                <a:spcPts val="2851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Citizen assistance during complaint submission may be limited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68915" y="5577364"/>
            <a:ext cx="5418668" cy="43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Needfora unified platformthat combines: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68915" y="5939314"/>
            <a:ext cx="14331734" cy="43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Complaint Filing→ Department Handling → SLA Monitoring → Escalation → Notifications → Resolution Feedback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68915" y="6787039"/>
            <a:ext cx="16343290" cy="43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JANIVARAN combinesthesefunctions into one citizen + administration workflow, including visual status tracking, SLA monitoring,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68915" y="7148989"/>
            <a:ext cx="7427500" cy="436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role-based access, automated notifications, and AI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6633" y="1136361"/>
            <a:ext cx="1128779" cy="203006"/>
          </a:xfrm>
          <a:custGeom>
            <a:avLst/>
            <a:gdLst/>
            <a:ahLst/>
            <a:cxnLst/>
            <a:rect l="l" t="t" r="r" b="b"/>
            <a:pathLst>
              <a:path w="1128779" h="203006">
                <a:moveTo>
                  <a:pt x="0" y="0"/>
                </a:moveTo>
                <a:lnTo>
                  <a:pt x="1128779" y="0"/>
                </a:lnTo>
                <a:lnTo>
                  <a:pt x="1128779" y="203006"/>
                </a:lnTo>
                <a:lnTo>
                  <a:pt x="0" y="2030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3503" y="-63503"/>
            <a:ext cx="18414997" cy="216437"/>
          </a:xfrm>
          <a:custGeom>
            <a:avLst/>
            <a:gdLst/>
            <a:ahLst/>
            <a:cxnLst/>
            <a:rect l="l" t="t" r="r" b="b"/>
            <a:pathLst>
              <a:path w="18414997" h="216437">
                <a:moveTo>
                  <a:pt x="0" y="0"/>
                </a:moveTo>
                <a:lnTo>
                  <a:pt x="18414997" y="0"/>
                </a:lnTo>
                <a:lnTo>
                  <a:pt x="18414997" y="216436"/>
                </a:lnTo>
                <a:lnTo>
                  <a:pt x="0" y="2164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63503" y="9928317"/>
            <a:ext cx="18414997" cy="422177"/>
          </a:xfrm>
          <a:custGeom>
            <a:avLst/>
            <a:gdLst/>
            <a:ahLst/>
            <a:cxnLst/>
            <a:rect l="l" t="t" r="r" b="b"/>
            <a:pathLst>
              <a:path w="18414997" h="422177">
                <a:moveTo>
                  <a:pt x="0" y="0"/>
                </a:moveTo>
                <a:lnTo>
                  <a:pt x="18414997" y="0"/>
                </a:lnTo>
                <a:lnTo>
                  <a:pt x="18414997" y="422177"/>
                </a:lnTo>
                <a:lnTo>
                  <a:pt x="0" y="4221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6088868" y="274320"/>
            <a:ext cx="1993392" cy="2008965"/>
            <a:chOff x="0" y="0"/>
            <a:chExt cx="2657856" cy="2678620"/>
          </a:xfrm>
        </p:grpSpPr>
        <p:sp>
          <p:nvSpPr>
            <p:cNvPr id="6" name="Freeform 6" descr="d29fed93-76c3-4798-81b8-a81e8a8402fd.png"/>
            <p:cNvSpPr/>
            <p:nvPr/>
          </p:nvSpPr>
          <p:spPr>
            <a:xfrm>
              <a:off x="0" y="0"/>
              <a:ext cx="2657856" cy="2678557"/>
            </a:xfrm>
            <a:custGeom>
              <a:avLst/>
              <a:gdLst/>
              <a:ahLst/>
              <a:cxnLst/>
              <a:rect l="l" t="t" r="r" b="b"/>
              <a:pathLst>
                <a:path w="2657856" h="2678557">
                  <a:moveTo>
                    <a:pt x="0" y="0"/>
                  </a:moveTo>
                  <a:lnTo>
                    <a:pt x="2657856" y="0"/>
                  </a:lnTo>
                  <a:lnTo>
                    <a:pt x="2657856" y="2678557"/>
                  </a:lnTo>
                  <a:lnTo>
                    <a:pt x="0" y="26785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2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219161" y="2980449"/>
            <a:ext cx="83487" cy="83487"/>
            <a:chOff x="0" y="0"/>
            <a:chExt cx="83490" cy="834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3565" cy="83565"/>
            </a:xfrm>
            <a:custGeom>
              <a:avLst/>
              <a:gdLst/>
              <a:ahLst/>
              <a:cxnLst/>
              <a:rect l="l" t="t" r="r" b="b"/>
              <a:pathLst>
                <a:path w="83565" h="83565">
                  <a:moveTo>
                    <a:pt x="83438" y="41782"/>
                  </a:moveTo>
                  <a:cubicBezTo>
                    <a:pt x="83438" y="47370"/>
                    <a:pt x="82422" y="52704"/>
                    <a:pt x="80263" y="57784"/>
                  </a:cubicBezTo>
                  <a:cubicBezTo>
                    <a:pt x="78104" y="62864"/>
                    <a:pt x="75183" y="67436"/>
                    <a:pt x="71246" y="71373"/>
                  </a:cubicBezTo>
                  <a:cubicBezTo>
                    <a:pt x="67309" y="75310"/>
                    <a:pt x="62864" y="78358"/>
                    <a:pt x="57657" y="80390"/>
                  </a:cubicBezTo>
                  <a:cubicBezTo>
                    <a:pt x="52450" y="82422"/>
                    <a:pt x="47243" y="83565"/>
                    <a:pt x="41655" y="83565"/>
                  </a:cubicBezTo>
                  <a:cubicBezTo>
                    <a:pt x="36068" y="83565"/>
                    <a:pt x="30734" y="82549"/>
                    <a:pt x="25654" y="80390"/>
                  </a:cubicBezTo>
                  <a:cubicBezTo>
                    <a:pt x="20574" y="78231"/>
                    <a:pt x="16002" y="75310"/>
                    <a:pt x="12065" y="71373"/>
                  </a:cubicBezTo>
                  <a:cubicBezTo>
                    <a:pt x="8128" y="67436"/>
                    <a:pt x="5334" y="62864"/>
                    <a:pt x="3175" y="57657"/>
                  </a:cubicBezTo>
                  <a:cubicBezTo>
                    <a:pt x="1016" y="52450"/>
                    <a:pt x="0" y="47243"/>
                    <a:pt x="0" y="41782"/>
                  </a:cubicBezTo>
                  <a:cubicBezTo>
                    <a:pt x="0" y="36321"/>
                    <a:pt x="1016" y="30861"/>
                    <a:pt x="3175" y="25781"/>
                  </a:cubicBezTo>
                  <a:cubicBezTo>
                    <a:pt x="5334" y="20701"/>
                    <a:pt x="8255" y="16129"/>
                    <a:pt x="12192" y="12192"/>
                  </a:cubicBezTo>
                  <a:cubicBezTo>
                    <a:pt x="16129" y="8255"/>
                    <a:pt x="20701" y="5334"/>
                    <a:pt x="25781" y="3175"/>
                  </a:cubicBezTo>
                  <a:cubicBezTo>
                    <a:pt x="30861" y="1016"/>
                    <a:pt x="36194" y="0"/>
                    <a:pt x="41782" y="0"/>
                  </a:cubicBezTo>
                  <a:cubicBezTo>
                    <a:pt x="47370" y="0"/>
                    <a:pt x="52704" y="1016"/>
                    <a:pt x="57784" y="3175"/>
                  </a:cubicBezTo>
                  <a:cubicBezTo>
                    <a:pt x="62864" y="5334"/>
                    <a:pt x="67436" y="8255"/>
                    <a:pt x="71373" y="12192"/>
                  </a:cubicBezTo>
                  <a:cubicBezTo>
                    <a:pt x="75310" y="16129"/>
                    <a:pt x="78358" y="20574"/>
                    <a:pt x="80390" y="25781"/>
                  </a:cubicBezTo>
                  <a:cubicBezTo>
                    <a:pt x="82422" y="30988"/>
                    <a:pt x="83565" y="36194"/>
                    <a:pt x="83565" y="4178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219161" y="3356153"/>
            <a:ext cx="83487" cy="83487"/>
            <a:chOff x="0" y="0"/>
            <a:chExt cx="83490" cy="8349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3565" cy="83566"/>
            </a:xfrm>
            <a:custGeom>
              <a:avLst/>
              <a:gdLst/>
              <a:ahLst/>
              <a:cxnLst/>
              <a:rect l="l" t="t" r="r" b="b"/>
              <a:pathLst>
                <a:path w="83565" h="83566">
                  <a:moveTo>
                    <a:pt x="83438" y="41783"/>
                  </a:moveTo>
                  <a:cubicBezTo>
                    <a:pt x="83438" y="47371"/>
                    <a:pt x="82422" y="52705"/>
                    <a:pt x="80263" y="57785"/>
                  </a:cubicBezTo>
                  <a:cubicBezTo>
                    <a:pt x="78104" y="62865"/>
                    <a:pt x="75183" y="67437"/>
                    <a:pt x="71246" y="71374"/>
                  </a:cubicBezTo>
                  <a:cubicBezTo>
                    <a:pt x="67309" y="75311"/>
                    <a:pt x="62864" y="78359"/>
                    <a:pt x="57657" y="80391"/>
                  </a:cubicBezTo>
                  <a:cubicBezTo>
                    <a:pt x="52450" y="82423"/>
                    <a:pt x="47243" y="83566"/>
                    <a:pt x="41655" y="83566"/>
                  </a:cubicBezTo>
                  <a:cubicBezTo>
                    <a:pt x="36068" y="83566"/>
                    <a:pt x="30734" y="82550"/>
                    <a:pt x="25654" y="80391"/>
                  </a:cubicBezTo>
                  <a:cubicBezTo>
                    <a:pt x="20574" y="78232"/>
                    <a:pt x="16002" y="75311"/>
                    <a:pt x="12065" y="71374"/>
                  </a:cubicBezTo>
                  <a:cubicBezTo>
                    <a:pt x="8128" y="67437"/>
                    <a:pt x="5334" y="62865"/>
                    <a:pt x="3175" y="57658"/>
                  </a:cubicBezTo>
                  <a:cubicBezTo>
                    <a:pt x="1016" y="52451"/>
                    <a:pt x="0" y="47244"/>
                    <a:pt x="0" y="41783"/>
                  </a:cubicBezTo>
                  <a:cubicBezTo>
                    <a:pt x="0" y="36322"/>
                    <a:pt x="1016" y="30861"/>
                    <a:pt x="3175" y="25781"/>
                  </a:cubicBezTo>
                  <a:cubicBezTo>
                    <a:pt x="5334" y="20701"/>
                    <a:pt x="8255" y="16129"/>
                    <a:pt x="12192" y="12192"/>
                  </a:cubicBezTo>
                  <a:cubicBezTo>
                    <a:pt x="16129" y="8255"/>
                    <a:pt x="20701" y="5334"/>
                    <a:pt x="25781" y="3175"/>
                  </a:cubicBezTo>
                  <a:cubicBezTo>
                    <a:pt x="30861" y="1016"/>
                    <a:pt x="36194" y="0"/>
                    <a:pt x="41782" y="0"/>
                  </a:cubicBezTo>
                  <a:cubicBezTo>
                    <a:pt x="47370" y="0"/>
                    <a:pt x="52704" y="1016"/>
                    <a:pt x="57784" y="3175"/>
                  </a:cubicBezTo>
                  <a:cubicBezTo>
                    <a:pt x="62864" y="5334"/>
                    <a:pt x="67436" y="8255"/>
                    <a:pt x="71373" y="12192"/>
                  </a:cubicBezTo>
                  <a:cubicBezTo>
                    <a:pt x="75310" y="16129"/>
                    <a:pt x="78358" y="20574"/>
                    <a:pt x="80390" y="25781"/>
                  </a:cubicBezTo>
                  <a:cubicBezTo>
                    <a:pt x="82422" y="30988"/>
                    <a:pt x="83565" y="36195"/>
                    <a:pt x="83565" y="4178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219161" y="3731866"/>
            <a:ext cx="83487" cy="83487"/>
            <a:chOff x="0" y="0"/>
            <a:chExt cx="83490" cy="834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3565" cy="83565"/>
            </a:xfrm>
            <a:custGeom>
              <a:avLst/>
              <a:gdLst/>
              <a:ahLst/>
              <a:cxnLst/>
              <a:rect l="l" t="t" r="r" b="b"/>
              <a:pathLst>
                <a:path w="83565" h="83565">
                  <a:moveTo>
                    <a:pt x="83438" y="41782"/>
                  </a:moveTo>
                  <a:cubicBezTo>
                    <a:pt x="83438" y="47370"/>
                    <a:pt x="82422" y="52704"/>
                    <a:pt x="80263" y="57784"/>
                  </a:cubicBezTo>
                  <a:cubicBezTo>
                    <a:pt x="78104" y="62864"/>
                    <a:pt x="75183" y="67436"/>
                    <a:pt x="71246" y="71373"/>
                  </a:cubicBezTo>
                  <a:cubicBezTo>
                    <a:pt x="67309" y="75310"/>
                    <a:pt x="62864" y="78358"/>
                    <a:pt x="57657" y="80390"/>
                  </a:cubicBezTo>
                  <a:cubicBezTo>
                    <a:pt x="52450" y="82422"/>
                    <a:pt x="47243" y="83565"/>
                    <a:pt x="41655" y="83565"/>
                  </a:cubicBezTo>
                  <a:cubicBezTo>
                    <a:pt x="36068" y="83565"/>
                    <a:pt x="30734" y="82549"/>
                    <a:pt x="25654" y="80390"/>
                  </a:cubicBezTo>
                  <a:cubicBezTo>
                    <a:pt x="20574" y="78231"/>
                    <a:pt x="16002" y="75310"/>
                    <a:pt x="12065" y="71373"/>
                  </a:cubicBezTo>
                  <a:cubicBezTo>
                    <a:pt x="8128" y="67436"/>
                    <a:pt x="5334" y="62864"/>
                    <a:pt x="3175" y="57657"/>
                  </a:cubicBezTo>
                  <a:cubicBezTo>
                    <a:pt x="1016" y="52450"/>
                    <a:pt x="0" y="47243"/>
                    <a:pt x="0" y="41782"/>
                  </a:cubicBezTo>
                  <a:cubicBezTo>
                    <a:pt x="0" y="36321"/>
                    <a:pt x="1016" y="30861"/>
                    <a:pt x="3175" y="25781"/>
                  </a:cubicBezTo>
                  <a:cubicBezTo>
                    <a:pt x="5334" y="20701"/>
                    <a:pt x="8255" y="16129"/>
                    <a:pt x="12192" y="12192"/>
                  </a:cubicBezTo>
                  <a:cubicBezTo>
                    <a:pt x="16129" y="8255"/>
                    <a:pt x="20701" y="5334"/>
                    <a:pt x="25781" y="3175"/>
                  </a:cubicBezTo>
                  <a:cubicBezTo>
                    <a:pt x="30861" y="1016"/>
                    <a:pt x="36194" y="0"/>
                    <a:pt x="41782" y="0"/>
                  </a:cubicBezTo>
                  <a:cubicBezTo>
                    <a:pt x="47370" y="0"/>
                    <a:pt x="52704" y="1016"/>
                    <a:pt x="57784" y="3175"/>
                  </a:cubicBezTo>
                  <a:cubicBezTo>
                    <a:pt x="62864" y="5334"/>
                    <a:pt x="67436" y="8255"/>
                    <a:pt x="71373" y="12192"/>
                  </a:cubicBezTo>
                  <a:cubicBezTo>
                    <a:pt x="75310" y="16129"/>
                    <a:pt x="78358" y="20574"/>
                    <a:pt x="80390" y="25781"/>
                  </a:cubicBezTo>
                  <a:cubicBezTo>
                    <a:pt x="82422" y="30988"/>
                    <a:pt x="83565" y="36194"/>
                    <a:pt x="83565" y="4178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219161" y="4107571"/>
            <a:ext cx="83487" cy="83487"/>
            <a:chOff x="0" y="0"/>
            <a:chExt cx="83490" cy="8349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3565" cy="83565"/>
            </a:xfrm>
            <a:custGeom>
              <a:avLst/>
              <a:gdLst/>
              <a:ahLst/>
              <a:cxnLst/>
              <a:rect l="l" t="t" r="r" b="b"/>
              <a:pathLst>
                <a:path w="83565" h="83565">
                  <a:moveTo>
                    <a:pt x="83438" y="41782"/>
                  </a:moveTo>
                  <a:cubicBezTo>
                    <a:pt x="83438" y="47370"/>
                    <a:pt x="82422" y="52704"/>
                    <a:pt x="80263" y="57784"/>
                  </a:cubicBezTo>
                  <a:cubicBezTo>
                    <a:pt x="78104" y="62864"/>
                    <a:pt x="75183" y="67436"/>
                    <a:pt x="71246" y="71373"/>
                  </a:cubicBezTo>
                  <a:cubicBezTo>
                    <a:pt x="67309" y="75310"/>
                    <a:pt x="62864" y="78358"/>
                    <a:pt x="57657" y="80390"/>
                  </a:cubicBezTo>
                  <a:cubicBezTo>
                    <a:pt x="52450" y="82422"/>
                    <a:pt x="47243" y="83565"/>
                    <a:pt x="41655" y="83565"/>
                  </a:cubicBezTo>
                  <a:cubicBezTo>
                    <a:pt x="36068" y="83565"/>
                    <a:pt x="30734" y="82549"/>
                    <a:pt x="25654" y="80390"/>
                  </a:cubicBezTo>
                  <a:cubicBezTo>
                    <a:pt x="20574" y="78231"/>
                    <a:pt x="16002" y="75310"/>
                    <a:pt x="12065" y="71373"/>
                  </a:cubicBezTo>
                  <a:cubicBezTo>
                    <a:pt x="8128" y="67436"/>
                    <a:pt x="5334" y="62864"/>
                    <a:pt x="3175" y="57657"/>
                  </a:cubicBezTo>
                  <a:cubicBezTo>
                    <a:pt x="1016" y="52450"/>
                    <a:pt x="0" y="47243"/>
                    <a:pt x="0" y="41782"/>
                  </a:cubicBezTo>
                  <a:cubicBezTo>
                    <a:pt x="0" y="36321"/>
                    <a:pt x="1016" y="30861"/>
                    <a:pt x="3175" y="25781"/>
                  </a:cubicBezTo>
                  <a:cubicBezTo>
                    <a:pt x="5334" y="20701"/>
                    <a:pt x="8255" y="16129"/>
                    <a:pt x="12192" y="12192"/>
                  </a:cubicBezTo>
                  <a:cubicBezTo>
                    <a:pt x="16129" y="8255"/>
                    <a:pt x="20701" y="5334"/>
                    <a:pt x="25781" y="3175"/>
                  </a:cubicBezTo>
                  <a:cubicBezTo>
                    <a:pt x="30861" y="1016"/>
                    <a:pt x="36194" y="0"/>
                    <a:pt x="41782" y="0"/>
                  </a:cubicBezTo>
                  <a:cubicBezTo>
                    <a:pt x="47370" y="0"/>
                    <a:pt x="52704" y="1016"/>
                    <a:pt x="57784" y="3175"/>
                  </a:cubicBezTo>
                  <a:cubicBezTo>
                    <a:pt x="62864" y="5334"/>
                    <a:pt x="67436" y="8255"/>
                    <a:pt x="71373" y="12192"/>
                  </a:cubicBezTo>
                  <a:cubicBezTo>
                    <a:pt x="75310" y="16129"/>
                    <a:pt x="78358" y="20574"/>
                    <a:pt x="80390" y="25781"/>
                  </a:cubicBezTo>
                  <a:cubicBezTo>
                    <a:pt x="82422" y="30988"/>
                    <a:pt x="83565" y="36194"/>
                    <a:pt x="83565" y="4178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219161" y="5735650"/>
            <a:ext cx="83487" cy="83487"/>
            <a:chOff x="0" y="0"/>
            <a:chExt cx="83490" cy="8349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3565" cy="83565"/>
            </a:xfrm>
            <a:custGeom>
              <a:avLst/>
              <a:gdLst/>
              <a:ahLst/>
              <a:cxnLst/>
              <a:rect l="l" t="t" r="r" b="b"/>
              <a:pathLst>
                <a:path w="83565" h="83565">
                  <a:moveTo>
                    <a:pt x="83438" y="41782"/>
                  </a:moveTo>
                  <a:cubicBezTo>
                    <a:pt x="83438" y="47370"/>
                    <a:pt x="82422" y="52704"/>
                    <a:pt x="80263" y="57784"/>
                  </a:cubicBezTo>
                  <a:cubicBezTo>
                    <a:pt x="78104" y="62864"/>
                    <a:pt x="75183" y="67436"/>
                    <a:pt x="71246" y="71373"/>
                  </a:cubicBezTo>
                  <a:cubicBezTo>
                    <a:pt x="67309" y="75310"/>
                    <a:pt x="62864" y="78358"/>
                    <a:pt x="57657" y="80390"/>
                  </a:cubicBezTo>
                  <a:cubicBezTo>
                    <a:pt x="52450" y="82422"/>
                    <a:pt x="47243" y="83565"/>
                    <a:pt x="41655" y="83565"/>
                  </a:cubicBezTo>
                  <a:cubicBezTo>
                    <a:pt x="36068" y="83565"/>
                    <a:pt x="30734" y="82549"/>
                    <a:pt x="25654" y="80390"/>
                  </a:cubicBezTo>
                  <a:cubicBezTo>
                    <a:pt x="20574" y="78231"/>
                    <a:pt x="16002" y="75310"/>
                    <a:pt x="12065" y="71373"/>
                  </a:cubicBezTo>
                  <a:cubicBezTo>
                    <a:pt x="8128" y="67436"/>
                    <a:pt x="5334" y="62864"/>
                    <a:pt x="3175" y="57657"/>
                  </a:cubicBezTo>
                  <a:cubicBezTo>
                    <a:pt x="1016" y="52450"/>
                    <a:pt x="0" y="47243"/>
                    <a:pt x="0" y="41782"/>
                  </a:cubicBezTo>
                  <a:cubicBezTo>
                    <a:pt x="0" y="36321"/>
                    <a:pt x="1016" y="30861"/>
                    <a:pt x="3175" y="25781"/>
                  </a:cubicBezTo>
                  <a:cubicBezTo>
                    <a:pt x="5334" y="20701"/>
                    <a:pt x="8255" y="16129"/>
                    <a:pt x="12192" y="12192"/>
                  </a:cubicBezTo>
                  <a:cubicBezTo>
                    <a:pt x="16129" y="8255"/>
                    <a:pt x="20701" y="5334"/>
                    <a:pt x="25781" y="3175"/>
                  </a:cubicBezTo>
                  <a:cubicBezTo>
                    <a:pt x="30861" y="1016"/>
                    <a:pt x="36194" y="0"/>
                    <a:pt x="41782" y="0"/>
                  </a:cubicBezTo>
                  <a:cubicBezTo>
                    <a:pt x="47370" y="0"/>
                    <a:pt x="52704" y="1016"/>
                    <a:pt x="57784" y="3175"/>
                  </a:cubicBezTo>
                  <a:cubicBezTo>
                    <a:pt x="62864" y="5334"/>
                    <a:pt x="67436" y="8255"/>
                    <a:pt x="71373" y="12192"/>
                  </a:cubicBezTo>
                  <a:cubicBezTo>
                    <a:pt x="75310" y="16129"/>
                    <a:pt x="78358" y="20574"/>
                    <a:pt x="80390" y="25781"/>
                  </a:cubicBezTo>
                  <a:cubicBezTo>
                    <a:pt x="82422" y="30988"/>
                    <a:pt x="83565" y="36194"/>
                    <a:pt x="83565" y="4178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219161" y="6612303"/>
            <a:ext cx="83487" cy="83487"/>
            <a:chOff x="0" y="0"/>
            <a:chExt cx="83490" cy="8349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3565" cy="83565"/>
            </a:xfrm>
            <a:custGeom>
              <a:avLst/>
              <a:gdLst/>
              <a:ahLst/>
              <a:cxnLst/>
              <a:rect l="l" t="t" r="r" b="b"/>
              <a:pathLst>
                <a:path w="83565" h="83565">
                  <a:moveTo>
                    <a:pt x="83438" y="41782"/>
                  </a:moveTo>
                  <a:cubicBezTo>
                    <a:pt x="83438" y="47370"/>
                    <a:pt x="82422" y="52704"/>
                    <a:pt x="80263" y="57784"/>
                  </a:cubicBezTo>
                  <a:cubicBezTo>
                    <a:pt x="78104" y="62864"/>
                    <a:pt x="75183" y="67436"/>
                    <a:pt x="71246" y="71373"/>
                  </a:cubicBezTo>
                  <a:cubicBezTo>
                    <a:pt x="67309" y="75310"/>
                    <a:pt x="62864" y="78358"/>
                    <a:pt x="57657" y="80390"/>
                  </a:cubicBezTo>
                  <a:cubicBezTo>
                    <a:pt x="52450" y="82422"/>
                    <a:pt x="47243" y="83565"/>
                    <a:pt x="41655" y="83565"/>
                  </a:cubicBezTo>
                  <a:cubicBezTo>
                    <a:pt x="36068" y="83565"/>
                    <a:pt x="30734" y="82549"/>
                    <a:pt x="25654" y="80390"/>
                  </a:cubicBezTo>
                  <a:cubicBezTo>
                    <a:pt x="20574" y="78231"/>
                    <a:pt x="16002" y="75310"/>
                    <a:pt x="12065" y="71373"/>
                  </a:cubicBezTo>
                  <a:cubicBezTo>
                    <a:pt x="8128" y="67436"/>
                    <a:pt x="5334" y="62864"/>
                    <a:pt x="3175" y="57657"/>
                  </a:cubicBezTo>
                  <a:cubicBezTo>
                    <a:pt x="1016" y="52450"/>
                    <a:pt x="0" y="47243"/>
                    <a:pt x="0" y="41782"/>
                  </a:cubicBezTo>
                  <a:cubicBezTo>
                    <a:pt x="0" y="36321"/>
                    <a:pt x="1016" y="30861"/>
                    <a:pt x="3175" y="25781"/>
                  </a:cubicBezTo>
                  <a:cubicBezTo>
                    <a:pt x="5334" y="20701"/>
                    <a:pt x="8255" y="16129"/>
                    <a:pt x="12192" y="12192"/>
                  </a:cubicBezTo>
                  <a:cubicBezTo>
                    <a:pt x="16129" y="8255"/>
                    <a:pt x="20701" y="5334"/>
                    <a:pt x="25781" y="3175"/>
                  </a:cubicBezTo>
                  <a:cubicBezTo>
                    <a:pt x="30861" y="1016"/>
                    <a:pt x="36194" y="0"/>
                    <a:pt x="41782" y="0"/>
                  </a:cubicBezTo>
                  <a:cubicBezTo>
                    <a:pt x="47370" y="0"/>
                    <a:pt x="52704" y="1016"/>
                    <a:pt x="57784" y="3175"/>
                  </a:cubicBezTo>
                  <a:cubicBezTo>
                    <a:pt x="62864" y="5334"/>
                    <a:pt x="67436" y="8255"/>
                    <a:pt x="71373" y="12192"/>
                  </a:cubicBezTo>
                  <a:cubicBezTo>
                    <a:pt x="75310" y="16129"/>
                    <a:pt x="78358" y="20574"/>
                    <a:pt x="80390" y="25781"/>
                  </a:cubicBezTo>
                  <a:cubicBezTo>
                    <a:pt x="82422" y="30988"/>
                    <a:pt x="83565" y="36194"/>
                    <a:pt x="83565" y="4178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219161" y="7488955"/>
            <a:ext cx="83487" cy="83487"/>
            <a:chOff x="0" y="0"/>
            <a:chExt cx="83490" cy="8349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3565" cy="83565"/>
            </a:xfrm>
            <a:custGeom>
              <a:avLst/>
              <a:gdLst/>
              <a:ahLst/>
              <a:cxnLst/>
              <a:rect l="l" t="t" r="r" b="b"/>
              <a:pathLst>
                <a:path w="83565" h="83565">
                  <a:moveTo>
                    <a:pt x="83438" y="41782"/>
                  </a:moveTo>
                  <a:cubicBezTo>
                    <a:pt x="83438" y="47370"/>
                    <a:pt x="82422" y="52704"/>
                    <a:pt x="80263" y="57784"/>
                  </a:cubicBezTo>
                  <a:cubicBezTo>
                    <a:pt x="78104" y="62864"/>
                    <a:pt x="75183" y="67436"/>
                    <a:pt x="71246" y="71373"/>
                  </a:cubicBezTo>
                  <a:cubicBezTo>
                    <a:pt x="67309" y="75310"/>
                    <a:pt x="62864" y="78358"/>
                    <a:pt x="57657" y="80390"/>
                  </a:cubicBezTo>
                  <a:cubicBezTo>
                    <a:pt x="52450" y="82422"/>
                    <a:pt x="47243" y="83565"/>
                    <a:pt x="41655" y="83565"/>
                  </a:cubicBezTo>
                  <a:cubicBezTo>
                    <a:pt x="36068" y="83565"/>
                    <a:pt x="30734" y="82549"/>
                    <a:pt x="25654" y="80390"/>
                  </a:cubicBezTo>
                  <a:cubicBezTo>
                    <a:pt x="20574" y="78231"/>
                    <a:pt x="16002" y="75310"/>
                    <a:pt x="12065" y="71373"/>
                  </a:cubicBezTo>
                  <a:cubicBezTo>
                    <a:pt x="8128" y="67436"/>
                    <a:pt x="5334" y="62864"/>
                    <a:pt x="3175" y="57657"/>
                  </a:cubicBezTo>
                  <a:cubicBezTo>
                    <a:pt x="1016" y="52450"/>
                    <a:pt x="0" y="47243"/>
                    <a:pt x="0" y="41782"/>
                  </a:cubicBezTo>
                  <a:cubicBezTo>
                    <a:pt x="0" y="36321"/>
                    <a:pt x="1016" y="30861"/>
                    <a:pt x="3175" y="25781"/>
                  </a:cubicBezTo>
                  <a:cubicBezTo>
                    <a:pt x="5334" y="20701"/>
                    <a:pt x="8255" y="16129"/>
                    <a:pt x="12192" y="12192"/>
                  </a:cubicBezTo>
                  <a:cubicBezTo>
                    <a:pt x="16129" y="8255"/>
                    <a:pt x="20701" y="5334"/>
                    <a:pt x="25781" y="3175"/>
                  </a:cubicBezTo>
                  <a:cubicBezTo>
                    <a:pt x="30861" y="1016"/>
                    <a:pt x="36194" y="0"/>
                    <a:pt x="41782" y="0"/>
                  </a:cubicBezTo>
                  <a:cubicBezTo>
                    <a:pt x="47370" y="0"/>
                    <a:pt x="52704" y="1016"/>
                    <a:pt x="57784" y="3175"/>
                  </a:cubicBezTo>
                  <a:cubicBezTo>
                    <a:pt x="62864" y="5334"/>
                    <a:pt x="67436" y="8255"/>
                    <a:pt x="71373" y="12192"/>
                  </a:cubicBezTo>
                  <a:cubicBezTo>
                    <a:pt x="75310" y="16129"/>
                    <a:pt x="78358" y="20574"/>
                    <a:pt x="80390" y="25781"/>
                  </a:cubicBezTo>
                  <a:cubicBezTo>
                    <a:pt x="82422" y="30988"/>
                    <a:pt x="83565" y="36194"/>
                    <a:pt x="83565" y="4178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344395" y="1999431"/>
            <a:ext cx="114795" cy="114795"/>
            <a:chOff x="0" y="0"/>
            <a:chExt cx="114795" cy="11479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14803" cy="114803"/>
            </a:xfrm>
            <a:custGeom>
              <a:avLst/>
              <a:gdLst/>
              <a:ahLst/>
              <a:cxnLst/>
              <a:rect l="l" t="t" r="r" b="b"/>
              <a:pathLst>
                <a:path w="114803" h="114803">
                  <a:moveTo>
                    <a:pt x="114803" y="57402"/>
                  </a:moveTo>
                  <a:cubicBezTo>
                    <a:pt x="114803" y="61212"/>
                    <a:pt x="114422" y="64894"/>
                    <a:pt x="113660" y="68577"/>
                  </a:cubicBezTo>
                  <a:cubicBezTo>
                    <a:pt x="112898" y="72260"/>
                    <a:pt x="111882" y="75816"/>
                    <a:pt x="110358" y="79372"/>
                  </a:cubicBezTo>
                  <a:cubicBezTo>
                    <a:pt x="108835" y="82928"/>
                    <a:pt x="107184" y="86103"/>
                    <a:pt x="105025" y="89277"/>
                  </a:cubicBezTo>
                  <a:cubicBezTo>
                    <a:pt x="102866" y="92452"/>
                    <a:pt x="100580" y="95373"/>
                    <a:pt x="97913" y="97913"/>
                  </a:cubicBezTo>
                  <a:cubicBezTo>
                    <a:pt x="95246" y="100453"/>
                    <a:pt x="92325" y="102993"/>
                    <a:pt x="89277" y="105025"/>
                  </a:cubicBezTo>
                  <a:cubicBezTo>
                    <a:pt x="86229" y="107057"/>
                    <a:pt x="82801" y="108835"/>
                    <a:pt x="79372" y="110359"/>
                  </a:cubicBezTo>
                  <a:cubicBezTo>
                    <a:pt x="75943" y="111882"/>
                    <a:pt x="72260" y="112898"/>
                    <a:pt x="68577" y="113660"/>
                  </a:cubicBezTo>
                  <a:cubicBezTo>
                    <a:pt x="64894" y="114422"/>
                    <a:pt x="61211" y="114803"/>
                    <a:pt x="57402" y="114803"/>
                  </a:cubicBezTo>
                  <a:cubicBezTo>
                    <a:pt x="53592" y="114803"/>
                    <a:pt x="49909" y="114422"/>
                    <a:pt x="46226" y="113660"/>
                  </a:cubicBezTo>
                  <a:cubicBezTo>
                    <a:pt x="42543" y="112898"/>
                    <a:pt x="38987" y="111882"/>
                    <a:pt x="35432" y="110359"/>
                  </a:cubicBezTo>
                  <a:cubicBezTo>
                    <a:pt x="31876" y="108835"/>
                    <a:pt x="28701" y="107184"/>
                    <a:pt x="25526" y="105025"/>
                  </a:cubicBezTo>
                  <a:cubicBezTo>
                    <a:pt x="22351" y="102866"/>
                    <a:pt x="19430" y="100580"/>
                    <a:pt x="16890" y="97913"/>
                  </a:cubicBezTo>
                  <a:cubicBezTo>
                    <a:pt x="14350" y="95246"/>
                    <a:pt x="11811" y="92325"/>
                    <a:pt x="9779" y="89277"/>
                  </a:cubicBezTo>
                  <a:cubicBezTo>
                    <a:pt x="7747" y="86229"/>
                    <a:pt x="5969" y="82801"/>
                    <a:pt x="4445" y="79372"/>
                  </a:cubicBezTo>
                  <a:cubicBezTo>
                    <a:pt x="2921" y="75943"/>
                    <a:pt x="1905" y="72260"/>
                    <a:pt x="1143" y="68577"/>
                  </a:cubicBezTo>
                  <a:cubicBezTo>
                    <a:pt x="381" y="64894"/>
                    <a:pt x="0" y="61212"/>
                    <a:pt x="0" y="57402"/>
                  </a:cubicBezTo>
                  <a:cubicBezTo>
                    <a:pt x="0" y="53592"/>
                    <a:pt x="381" y="49909"/>
                    <a:pt x="1143" y="46226"/>
                  </a:cubicBezTo>
                  <a:cubicBezTo>
                    <a:pt x="1905" y="42543"/>
                    <a:pt x="2921" y="38987"/>
                    <a:pt x="4445" y="35432"/>
                  </a:cubicBezTo>
                  <a:cubicBezTo>
                    <a:pt x="5969" y="31876"/>
                    <a:pt x="7620" y="28701"/>
                    <a:pt x="9779" y="25526"/>
                  </a:cubicBezTo>
                  <a:cubicBezTo>
                    <a:pt x="11938" y="22351"/>
                    <a:pt x="14223" y="19430"/>
                    <a:pt x="16890" y="16890"/>
                  </a:cubicBezTo>
                  <a:cubicBezTo>
                    <a:pt x="19557" y="14350"/>
                    <a:pt x="22478" y="11811"/>
                    <a:pt x="25526" y="9779"/>
                  </a:cubicBezTo>
                  <a:cubicBezTo>
                    <a:pt x="28574" y="7747"/>
                    <a:pt x="32003" y="5969"/>
                    <a:pt x="35432" y="4445"/>
                  </a:cubicBezTo>
                  <a:cubicBezTo>
                    <a:pt x="38860" y="2921"/>
                    <a:pt x="42543" y="1905"/>
                    <a:pt x="46226" y="1143"/>
                  </a:cubicBezTo>
                  <a:cubicBezTo>
                    <a:pt x="49909" y="381"/>
                    <a:pt x="53592" y="0"/>
                    <a:pt x="57402" y="0"/>
                  </a:cubicBezTo>
                  <a:cubicBezTo>
                    <a:pt x="61211" y="0"/>
                    <a:pt x="64894" y="381"/>
                    <a:pt x="68577" y="1143"/>
                  </a:cubicBezTo>
                  <a:cubicBezTo>
                    <a:pt x="72260" y="1905"/>
                    <a:pt x="75816" y="2921"/>
                    <a:pt x="79372" y="4445"/>
                  </a:cubicBezTo>
                  <a:cubicBezTo>
                    <a:pt x="82928" y="5969"/>
                    <a:pt x="86102" y="7620"/>
                    <a:pt x="89277" y="9779"/>
                  </a:cubicBezTo>
                  <a:cubicBezTo>
                    <a:pt x="92452" y="11938"/>
                    <a:pt x="95373" y="14223"/>
                    <a:pt x="97913" y="16890"/>
                  </a:cubicBezTo>
                  <a:cubicBezTo>
                    <a:pt x="100453" y="19557"/>
                    <a:pt x="102993" y="22478"/>
                    <a:pt x="105025" y="25526"/>
                  </a:cubicBezTo>
                  <a:cubicBezTo>
                    <a:pt x="107057" y="28574"/>
                    <a:pt x="108835" y="32003"/>
                    <a:pt x="110358" y="35432"/>
                  </a:cubicBezTo>
                  <a:cubicBezTo>
                    <a:pt x="111882" y="38860"/>
                    <a:pt x="112898" y="42543"/>
                    <a:pt x="113660" y="46226"/>
                  </a:cubicBezTo>
                  <a:cubicBezTo>
                    <a:pt x="114422" y="49909"/>
                    <a:pt x="114803" y="53592"/>
                    <a:pt x="114803" y="5740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090136" y="1199864"/>
            <a:ext cx="1001840" cy="76010"/>
            <a:chOff x="0" y="0"/>
            <a:chExt cx="1001839" cy="7601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01903" cy="75946"/>
            </a:xfrm>
            <a:custGeom>
              <a:avLst/>
              <a:gdLst/>
              <a:ahLst/>
              <a:cxnLst/>
              <a:rect l="l" t="t" r="r" b="b"/>
              <a:pathLst>
                <a:path w="1001903" h="75946">
                  <a:moveTo>
                    <a:pt x="0" y="75946"/>
                  </a:moveTo>
                  <a:lnTo>
                    <a:pt x="1001903" y="75946"/>
                  </a:lnTo>
                  <a:lnTo>
                    <a:pt x="10019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0" y="0"/>
            <a:ext cx="18288000" cy="89440"/>
            <a:chOff x="0" y="0"/>
            <a:chExt cx="18288000" cy="8943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8288000" cy="89402"/>
            </a:xfrm>
            <a:custGeom>
              <a:avLst/>
              <a:gdLst/>
              <a:ahLst/>
              <a:cxnLst/>
              <a:rect l="l" t="t" r="r" b="b"/>
              <a:pathLst>
                <a:path w="18288000" h="89402">
                  <a:moveTo>
                    <a:pt x="0" y="0"/>
                  </a:moveTo>
                  <a:lnTo>
                    <a:pt x="0" y="89402"/>
                  </a:lnTo>
                  <a:lnTo>
                    <a:pt x="18288000" y="89402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-63503" y="9928317"/>
            <a:ext cx="18414997" cy="422177"/>
            <a:chOff x="0" y="0"/>
            <a:chExt cx="18415000" cy="422186"/>
          </a:xfrm>
        </p:grpSpPr>
        <p:sp>
          <p:nvSpPr>
            <p:cNvPr id="36" name="Freeform 36"/>
            <p:cNvSpPr/>
            <p:nvPr/>
          </p:nvSpPr>
          <p:spPr>
            <a:xfrm>
              <a:off x="63500" y="63501"/>
              <a:ext cx="11940032" cy="295152"/>
            </a:xfrm>
            <a:custGeom>
              <a:avLst/>
              <a:gdLst/>
              <a:ahLst/>
              <a:cxnLst/>
              <a:rect l="l" t="t" r="r" b="b"/>
              <a:pathLst>
                <a:path w="11940032" h="295152">
                  <a:moveTo>
                    <a:pt x="0" y="0"/>
                  </a:moveTo>
                  <a:lnTo>
                    <a:pt x="0" y="295152"/>
                  </a:lnTo>
                  <a:lnTo>
                    <a:pt x="11940032" y="295152"/>
                  </a:lnTo>
                  <a:lnTo>
                    <a:pt x="1194003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11989308" y="63501"/>
              <a:ext cx="6362192" cy="295152"/>
            </a:xfrm>
            <a:custGeom>
              <a:avLst/>
              <a:gdLst/>
              <a:ahLst/>
              <a:cxnLst/>
              <a:rect l="l" t="t" r="r" b="b"/>
              <a:pathLst>
                <a:path w="6362192" h="295152">
                  <a:moveTo>
                    <a:pt x="0" y="0"/>
                  </a:moveTo>
                  <a:lnTo>
                    <a:pt x="0" y="295152"/>
                  </a:lnTo>
                  <a:lnTo>
                    <a:pt x="6362192" y="295152"/>
                  </a:lnTo>
                  <a:lnTo>
                    <a:pt x="636219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38" name="TextBox 38"/>
          <p:cNvSpPr txBox="1"/>
          <p:nvPr/>
        </p:nvSpPr>
        <p:spPr>
          <a:xfrm>
            <a:off x="321288" y="106480"/>
            <a:ext cx="155696" cy="38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4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61288" y="348082"/>
            <a:ext cx="5669604" cy="882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072A5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PROPOSED SOLUTION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306290" y="6435538"/>
            <a:ext cx="1392660" cy="31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INNOVATION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51462" y="1675895"/>
            <a:ext cx="9282789" cy="678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JANIVARAN — Citizen Grievance Redressal Portal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01176" y="2230641"/>
            <a:ext cx="97784" cy="611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4"/>
              </a:lnSpc>
            </a:pPr>
            <a:r>
              <a:rPr lang="en-US" sz="3338" spc="267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468155" y="2457898"/>
            <a:ext cx="124558" cy="31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1439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1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060896" y="2230641"/>
            <a:ext cx="97784" cy="611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4"/>
              </a:lnSpc>
            </a:pPr>
            <a:r>
              <a:rPr lang="en-US" sz="3338" spc="267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79260" y="2230641"/>
            <a:ext cx="2764526" cy="611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4"/>
              </a:lnSpc>
            </a:pPr>
            <a:r>
              <a:rPr lang="en-US" sz="333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1.</a:t>
            </a:r>
            <a:r>
              <a:rPr lang="en-US" sz="3338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Citizen</a:t>
            </a:r>
            <a:r>
              <a:rPr lang="en-US" sz="3338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33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Portal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728952" y="5503202"/>
            <a:ext cx="73333" cy="470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5"/>
              </a:lnSpc>
            </a:pPr>
            <a:r>
              <a:rPr lang="en-US" sz="250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57126" y="6429384"/>
            <a:ext cx="4242673" cy="611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4"/>
              </a:lnSpc>
            </a:pPr>
            <a:r>
              <a:rPr lang="en-US" sz="3338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3. </a:t>
            </a:r>
            <a:r>
              <a:rPr lang="en-US" sz="3338" dirty="0" smtClean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Automated </a:t>
            </a:r>
            <a:r>
              <a:rPr lang="en-US" sz="3338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Workflow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366904" y="6379855"/>
            <a:ext cx="73333" cy="470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5"/>
              </a:lnSpc>
            </a:pPr>
            <a:r>
              <a:rPr lang="en-US" sz="250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57126" y="8001020"/>
            <a:ext cx="3548786" cy="565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4"/>
              </a:lnSpc>
            </a:pPr>
            <a:r>
              <a:rPr lang="en-US" sz="3338" dirty="0" smtClean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  <a:r>
              <a:rPr lang="en-US" sz="3338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Smart Monitoring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16943" y="7256507"/>
            <a:ext cx="73333" cy="470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5"/>
              </a:lnSpc>
            </a:pPr>
            <a:r>
              <a:rPr lang="en-US" sz="250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17271" y="3875132"/>
            <a:ext cx="73333" cy="470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5"/>
              </a:lnSpc>
            </a:pPr>
            <a:r>
              <a:rPr lang="en-US" sz="250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85688" y="4571996"/>
            <a:ext cx="4152490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4"/>
              </a:lnSpc>
            </a:pPr>
            <a:r>
              <a:rPr lang="en-US" sz="3338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2. </a:t>
            </a:r>
            <a:r>
              <a:rPr lang="en-US" sz="3338" dirty="0" smtClean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Administrative </a:t>
            </a:r>
            <a:r>
              <a:rPr lang="en-US" sz="3338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Portal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53171" y="2805151"/>
            <a:ext cx="3804228" cy="1164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7"/>
              </a:lnSpc>
            </a:pPr>
            <a:r>
              <a:rPr lang="en-US" sz="250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Secure login/authentication Online complaint submission Photo evidence upload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53171" y="3875132"/>
            <a:ext cx="2018433" cy="470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5"/>
              </a:lnSpc>
            </a:pPr>
            <a:r>
              <a:rPr lang="en-US" sz="250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AI</a:t>
            </a:r>
            <a:r>
              <a:rPr lang="en-US" sz="250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50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support</a:t>
            </a:r>
            <a:r>
              <a:rPr lang="en-US" sz="250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50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chat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53171" y="7256507"/>
            <a:ext cx="3277638" cy="470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5"/>
              </a:lnSpc>
            </a:pPr>
            <a:r>
              <a:rPr lang="en-US" sz="250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SLAbreach identification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28564" y="8572524"/>
            <a:ext cx="4719599" cy="789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7"/>
              </a:lnSpc>
            </a:pPr>
            <a:r>
              <a:rPr lang="en-US" sz="2503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Automa</a:t>
            </a:r>
            <a:r>
              <a:rPr lang="en-US" sz="2503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</a:t>
            </a:r>
            <a:r>
              <a:rPr lang="en-US" sz="2503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ted escalation</a:t>
            </a:r>
          </a:p>
          <a:p>
            <a:pPr algn="l">
              <a:lnSpc>
                <a:spcPts val="2957"/>
              </a:lnSpc>
            </a:pPr>
            <a:r>
              <a:rPr lang="en-US" sz="2503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Email notifications with timestamps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28564" y="6929450"/>
            <a:ext cx="5680119" cy="470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5"/>
              </a:lnSpc>
            </a:pPr>
            <a:r>
              <a:rPr lang="en-US" sz="2503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Submit</a:t>
            </a:r>
            <a:r>
              <a:rPr lang="en-US" sz="2503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503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→</a:t>
            </a:r>
            <a:r>
              <a:rPr lang="en-US" sz="2503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503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Review</a:t>
            </a:r>
            <a:r>
              <a:rPr lang="en-US" sz="2503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503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→</a:t>
            </a:r>
            <a:r>
              <a:rPr lang="en-US" sz="2503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503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</a:t>
            </a:r>
            <a:r>
              <a:rPr lang="en-US" sz="2503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503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Progress</a:t>
            </a:r>
            <a:r>
              <a:rPr lang="en-US" sz="2503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503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→</a:t>
            </a:r>
            <a:r>
              <a:rPr lang="en-US" sz="2503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503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Resolve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57126" y="5143500"/>
            <a:ext cx="6405296" cy="789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7"/>
              </a:lnSpc>
            </a:pPr>
            <a:r>
              <a:rPr lang="en-US" sz="2503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Centralized complaint dashboard</a:t>
            </a:r>
          </a:p>
          <a:p>
            <a:pPr algn="l">
              <a:lnSpc>
                <a:spcPts val="2957"/>
              </a:lnSpc>
            </a:pPr>
            <a:r>
              <a:rPr lang="en-US" sz="2503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Monitor total, pending and breached complaints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28564" y="5929318"/>
            <a:ext cx="5652726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5"/>
              </a:lnSpc>
            </a:pPr>
            <a:r>
              <a:rPr lang="en-US" sz="2503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Complaint resolution </a:t>
            </a:r>
            <a:r>
              <a:rPr lang="en-US" sz="2503" dirty="0" smtClean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and deletion controls</a:t>
            </a:r>
            <a:endParaRPr lang="en-US" sz="2503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6633" y="1136361"/>
            <a:ext cx="1128779" cy="203006"/>
          </a:xfrm>
          <a:custGeom>
            <a:avLst/>
            <a:gdLst/>
            <a:ahLst/>
            <a:cxnLst/>
            <a:rect l="l" t="t" r="r" b="b"/>
            <a:pathLst>
              <a:path w="1128779" h="203006">
                <a:moveTo>
                  <a:pt x="0" y="0"/>
                </a:moveTo>
                <a:lnTo>
                  <a:pt x="1128779" y="0"/>
                </a:lnTo>
                <a:lnTo>
                  <a:pt x="1128779" y="203006"/>
                </a:lnTo>
                <a:lnTo>
                  <a:pt x="0" y="2030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3503" y="-63503"/>
            <a:ext cx="18414997" cy="216437"/>
          </a:xfrm>
          <a:custGeom>
            <a:avLst/>
            <a:gdLst/>
            <a:ahLst/>
            <a:cxnLst/>
            <a:rect l="l" t="t" r="r" b="b"/>
            <a:pathLst>
              <a:path w="18414997" h="216437">
                <a:moveTo>
                  <a:pt x="0" y="0"/>
                </a:moveTo>
                <a:lnTo>
                  <a:pt x="18414997" y="0"/>
                </a:lnTo>
                <a:lnTo>
                  <a:pt x="18414997" y="216436"/>
                </a:lnTo>
                <a:lnTo>
                  <a:pt x="0" y="2164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63503" y="9928317"/>
            <a:ext cx="18414997" cy="422177"/>
          </a:xfrm>
          <a:custGeom>
            <a:avLst/>
            <a:gdLst/>
            <a:ahLst/>
            <a:cxnLst/>
            <a:rect l="l" t="t" r="r" b="b"/>
            <a:pathLst>
              <a:path w="18414997" h="422177">
                <a:moveTo>
                  <a:pt x="0" y="0"/>
                </a:moveTo>
                <a:lnTo>
                  <a:pt x="18414997" y="0"/>
                </a:lnTo>
                <a:lnTo>
                  <a:pt x="18414997" y="422177"/>
                </a:lnTo>
                <a:lnTo>
                  <a:pt x="0" y="4221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6088868" y="159477"/>
            <a:ext cx="2075212" cy="2091442"/>
            <a:chOff x="0" y="0"/>
            <a:chExt cx="2766949" cy="2788590"/>
          </a:xfrm>
        </p:grpSpPr>
        <p:sp>
          <p:nvSpPr>
            <p:cNvPr id="6" name="Freeform 6" descr="d29fed93-76c3-4798-81b8-a81e8a8402fd.png"/>
            <p:cNvSpPr/>
            <p:nvPr/>
          </p:nvSpPr>
          <p:spPr>
            <a:xfrm>
              <a:off x="0" y="0"/>
              <a:ext cx="2766949" cy="2788539"/>
            </a:xfrm>
            <a:custGeom>
              <a:avLst/>
              <a:gdLst/>
              <a:ahLst/>
              <a:cxnLst/>
              <a:rect l="l" t="t" r="r" b="b"/>
              <a:pathLst>
                <a:path w="2766949" h="2788539">
                  <a:moveTo>
                    <a:pt x="0" y="0"/>
                  </a:moveTo>
                  <a:lnTo>
                    <a:pt x="2766949" y="0"/>
                  </a:lnTo>
                  <a:lnTo>
                    <a:pt x="2766949" y="2788539"/>
                  </a:lnTo>
                  <a:lnTo>
                    <a:pt x="0" y="2788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1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529438" y="3321339"/>
            <a:ext cx="85725" cy="85725"/>
            <a:chOff x="0" y="0"/>
            <a:chExt cx="85725" cy="857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926"/>
                  </a:moveTo>
                  <a:cubicBezTo>
                    <a:pt x="85725" y="48641"/>
                    <a:pt x="84582" y="54102"/>
                    <a:pt x="82423" y="59309"/>
                  </a:cubicBezTo>
                  <a:cubicBezTo>
                    <a:pt x="80264" y="64516"/>
                    <a:pt x="77089" y="69215"/>
                    <a:pt x="73152" y="73152"/>
                  </a:cubicBezTo>
                  <a:cubicBezTo>
                    <a:pt x="69215" y="77089"/>
                    <a:pt x="64516" y="80264"/>
                    <a:pt x="59309" y="82423"/>
                  </a:cubicBezTo>
                  <a:cubicBezTo>
                    <a:pt x="54102" y="84582"/>
                    <a:pt x="48641" y="85725"/>
                    <a:pt x="42926" y="85725"/>
                  </a:cubicBezTo>
                  <a:cubicBezTo>
                    <a:pt x="37211" y="85725"/>
                    <a:pt x="31750" y="84582"/>
                    <a:pt x="26543" y="82423"/>
                  </a:cubicBezTo>
                  <a:cubicBezTo>
                    <a:pt x="21336" y="80264"/>
                    <a:pt x="16510" y="77216"/>
                    <a:pt x="12573" y="73152"/>
                  </a:cubicBezTo>
                  <a:cubicBezTo>
                    <a:pt x="8636" y="69088"/>
                    <a:pt x="5461" y="64516"/>
                    <a:pt x="3302" y="59309"/>
                  </a:cubicBezTo>
                  <a:cubicBezTo>
                    <a:pt x="1143" y="54102"/>
                    <a:pt x="0" y="48514"/>
                    <a:pt x="0" y="42926"/>
                  </a:cubicBezTo>
                  <a:cubicBezTo>
                    <a:pt x="0" y="37338"/>
                    <a:pt x="1143" y="31750"/>
                    <a:pt x="3302" y="26416"/>
                  </a:cubicBezTo>
                  <a:cubicBezTo>
                    <a:pt x="5461" y="21082"/>
                    <a:pt x="8509" y="16510"/>
                    <a:pt x="12573" y="12573"/>
                  </a:cubicBezTo>
                  <a:cubicBezTo>
                    <a:pt x="16637" y="8636"/>
                    <a:pt x="21209" y="5461"/>
                    <a:pt x="26416" y="3302"/>
                  </a:cubicBezTo>
                  <a:cubicBezTo>
                    <a:pt x="31623" y="1143"/>
                    <a:pt x="37211" y="0"/>
                    <a:pt x="42926" y="0"/>
                  </a:cubicBezTo>
                  <a:cubicBezTo>
                    <a:pt x="48641" y="0"/>
                    <a:pt x="54102" y="1143"/>
                    <a:pt x="59309" y="3302"/>
                  </a:cubicBezTo>
                  <a:cubicBezTo>
                    <a:pt x="64516" y="5461"/>
                    <a:pt x="69215" y="8636"/>
                    <a:pt x="73152" y="12573"/>
                  </a:cubicBezTo>
                  <a:cubicBezTo>
                    <a:pt x="77089" y="16510"/>
                    <a:pt x="80264" y="21209"/>
                    <a:pt x="82423" y="26416"/>
                  </a:cubicBezTo>
                  <a:cubicBezTo>
                    <a:pt x="84582" y="31623"/>
                    <a:pt x="85725" y="37084"/>
                    <a:pt x="85725" y="4279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529438" y="4273839"/>
            <a:ext cx="85725" cy="85725"/>
            <a:chOff x="0" y="0"/>
            <a:chExt cx="85725" cy="8572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926"/>
                  </a:moveTo>
                  <a:cubicBezTo>
                    <a:pt x="85725" y="48641"/>
                    <a:pt x="84582" y="54102"/>
                    <a:pt x="82423" y="59309"/>
                  </a:cubicBezTo>
                  <a:cubicBezTo>
                    <a:pt x="80264" y="64516"/>
                    <a:pt x="77089" y="69215"/>
                    <a:pt x="73152" y="73152"/>
                  </a:cubicBezTo>
                  <a:cubicBezTo>
                    <a:pt x="69215" y="77089"/>
                    <a:pt x="64516" y="80264"/>
                    <a:pt x="59309" y="82423"/>
                  </a:cubicBezTo>
                  <a:cubicBezTo>
                    <a:pt x="54102" y="84582"/>
                    <a:pt x="48641" y="85725"/>
                    <a:pt x="42926" y="85725"/>
                  </a:cubicBezTo>
                  <a:cubicBezTo>
                    <a:pt x="37211" y="85725"/>
                    <a:pt x="31750" y="84582"/>
                    <a:pt x="26543" y="82423"/>
                  </a:cubicBezTo>
                  <a:cubicBezTo>
                    <a:pt x="21336" y="80264"/>
                    <a:pt x="16510" y="77216"/>
                    <a:pt x="12573" y="73152"/>
                  </a:cubicBezTo>
                  <a:cubicBezTo>
                    <a:pt x="8636" y="69088"/>
                    <a:pt x="5461" y="64516"/>
                    <a:pt x="3302" y="59309"/>
                  </a:cubicBezTo>
                  <a:cubicBezTo>
                    <a:pt x="1143" y="54102"/>
                    <a:pt x="0" y="48514"/>
                    <a:pt x="0" y="42926"/>
                  </a:cubicBezTo>
                  <a:cubicBezTo>
                    <a:pt x="0" y="37338"/>
                    <a:pt x="1143" y="31750"/>
                    <a:pt x="3302" y="26416"/>
                  </a:cubicBezTo>
                  <a:cubicBezTo>
                    <a:pt x="5461" y="21082"/>
                    <a:pt x="8509" y="16510"/>
                    <a:pt x="12573" y="12573"/>
                  </a:cubicBezTo>
                  <a:cubicBezTo>
                    <a:pt x="16637" y="8636"/>
                    <a:pt x="21209" y="5461"/>
                    <a:pt x="26416" y="3302"/>
                  </a:cubicBezTo>
                  <a:cubicBezTo>
                    <a:pt x="31623" y="1143"/>
                    <a:pt x="37211" y="0"/>
                    <a:pt x="42926" y="0"/>
                  </a:cubicBezTo>
                  <a:cubicBezTo>
                    <a:pt x="48641" y="0"/>
                    <a:pt x="54102" y="1143"/>
                    <a:pt x="59309" y="3302"/>
                  </a:cubicBezTo>
                  <a:cubicBezTo>
                    <a:pt x="64516" y="5461"/>
                    <a:pt x="69215" y="8636"/>
                    <a:pt x="73152" y="12573"/>
                  </a:cubicBezTo>
                  <a:cubicBezTo>
                    <a:pt x="77089" y="16510"/>
                    <a:pt x="80264" y="21209"/>
                    <a:pt x="82423" y="26416"/>
                  </a:cubicBezTo>
                  <a:cubicBezTo>
                    <a:pt x="84582" y="31623"/>
                    <a:pt x="85725" y="37084"/>
                    <a:pt x="85725" y="4279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529438" y="5226339"/>
            <a:ext cx="85725" cy="85725"/>
            <a:chOff x="0" y="0"/>
            <a:chExt cx="85725" cy="857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926"/>
                  </a:moveTo>
                  <a:cubicBezTo>
                    <a:pt x="85725" y="48641"/>
                    <a:pt x="84582" y="54102"/>
                    <a:pt x="82423" y="59309"/>
                  </a:cubicBezTo>
                  <a:cubicBezTo>
                    <a:pt x="80264" y="64516"/>
                    <a:pt x="77089" y="69215"/>
                    <a:pt x="73152" y="73152"/>
                  </a:cubicBezTo>
                  <a:cubicBezTo>
                    <a:pt x="69215" y="77089"/>
                    <a:pt x="64516" y="80264"/>
                    <a:pt x="59309" y="82423"/>
                  </a:cubicBezTo>
                  <a:cubicBezTo>
                    <a:pt x="54102" y="84582"/>
                    <a:pt x="48641" y="85725"/>
                    <a:pt x="42926" y="85725"/>
                  </a:cubicBezTo>
                  <a:cubicBezTo>
                    <a:pt x="37211" y="85725"/>
                    <a:pt x="31750" y="84582"/>
                    <a:pt x="26543" y="82423"/>
                  </a:cubicBezTo>
                  <a:cubicBezTo>
                    <a:pt x="21336" y="80264"/>
                    <a:pt x="16510" y="77216"/>
                    <a:pt x="12573" y="73152"/>
                  </a:cubicBezTo>
                  <a:cubicBezTo>
                    <a:pt x="8636" y="69088"/>
                    <a:pt x="5461" y="64516"/>
                    <a:pt x="3302" y="59309"/>
                  </a:cubicBezTo>
                  <a:cubicBezTo>
                    <a:pt x="1143" y="54102"/>
                    <a:pt x="0" y="48514"/>
                    <a:pt x="0" y="42926"/>
                  </a:cubicBezTo>
                  <a:cubicBezTo>
                    <a:pt x="0" y="37338"/>
                    <a:pt x="1143" y="31750"/>
                    <a:pt x="3302" y="26416"/>
                  </a:cubicBezTo>
                  <a:cubicBezTo>
                    <a:pt x="5461" y="21082"/>
                    <a:pt x="8509" y="16510"/>
                    <a:pt x="12573" y="12573"/>
                  </a:cubicBezTo>
                  <a:cubicBezTo>
                    <a:pt x="16637" y="8636"/>
                    <a:pt x="21209" y="5461"/>
                    <a:pt x="26416" y="3302"/>
                  </a:cubicBezTo>
                  <a:cubicBezTo>
                    <a:pt x="31623" y="1143"/>
                    <a:pt x="37211" y="0"/>
                    <a:pt x="42926" y="0"/>
                  </a:cubicBezTo>
                  <a:cubicBezTo>
                    <a:pt x="48641" y="0"/>
                    <a:pt x="54102" y="1143"/>
                    <a:pt x="59309" y="3302"/>
                  </a:cubicBezTo>
                  <a:cubicBezTo>
                    <a:pt x="64516" y="5461"/>
                    <a:pt x="69215" y="8636"/>
                    <a:pt x="73152" y="12573"/>
                  </a:cubicBezTo>
                  <a:cubicBezTo>
                    <a:pt x="77089" y="16510"/>
                    <a:pt x="80264" y="21209"/>
                    <a:pt x="82423" y="26416"/>
                  </a:cubicBezTo>
                  <a:cubicBezTo>
                    <a:pt x="84582" y="31623"/>
                    <a:pt x="85725" y="37084"/>
                    <a:pt x="85725" y="4279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529438" y="6178839"/>
            <a:ext cx="85725" cy="85725"/>
            <a:chOff x="0" y="0"/>
            <a:chExt cx="85725" cy="8572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926"/>
                  </a:moveTo>
                  <a:cubicBezTo>
                    <a:pt x="85725" y="48641"/>
                    <a:pt x="84582" y="54102"/>
                    <a:pt x="82423" y="59309"/>
                  </a:cubicBezTo>
                  <a:cubicBezTo>
                    <a:pt x="80264" y="64516"/>
                    <a:pt x="77089" y="69215"/>
                    <a:pt x="73152" y="73152"/>
                  </a:cubicBezTo>
                  <a:cubicBezTo>
                    <a:pt x="69215" y="77089"/>
                    <a:pt x="64516" y="80264"/>
                    <a:pt x="59309" y="82423"/>
                  </a:cubicBezTo>
                  <a:cubicBezTo>
                    <a:pt x="54102" y="84582"/>
                    <a:pt x="48641" y="85725"/>
                    <a:pt x="42926" y="85725"/>
                  </a:cubicBezTo>
                  <a:cubicBezTo>
                    <a:pt x="37211" y="85725"/>
                    <a:pt x="31750" y="84582"/>
                    <a:pt x="26543" y="82423"/>
                  </a:cubicBezTo>
                  <a:cubicBezTo>
                    <a:pt x="21336" y="80264"/>
                    <a:pt x="16510" y="77216"/>
                    <a:pt x="12573" y="73152"/>
                  </a:cubicBezTo>
                  <a:cubicBezTo>
                    <a:pt x="8636" y="69088"/>
                    <a:pt x="5461" y="64516"/>
                    <a:pt x="3302" y="59309"/>
                  </a:cubicBezTo>
                  <a:cubicBezTo>
                    <a:pt x="1143" y="54102"/>
                    <a:pt x="0" y="48514"/>
                    <a:pt x="0" y="42926"/>
                  </a:cubicBezTo>
                  <a:cubicBezTo>
                    <a:pt x="0" y="37338"/>
                    <a:pt x="1143" y="31750"/>
                    <a:pt x="3302" y="26416"/>
                  </a:cubicBezTo>
                  <a:cubicBezTo>
                    <a:pt x="5461" y="21082"/>
                    <a:pt x="8509" y="16510"/>
                    <a:pt x="12573" y="12573"/>
                  </a:cubicBezTo>
                  <a:cubicBezTo>
                    <a:pt x="16637" y="8636"/>
                    <a:pt x="21209" y="5461"/>
                    <a:pt x="26416" y="3302"/>
                  </a:cubicBezTo>
                  <a:cubicBezTo>
                    <a:pt x="31623" y="1143"/>
                    <a:pt x="37211" y="0"/>
                    <a:pt x="42926" y="0"/>
                  </a:cubicBezTo>
                  <a:cubicBezTo>
                    <a:pt x="48641" y="0"/>
                    <a:pt x="54102" y="1143"/>
                    <a:pt x="59309" y="3302"/>
                  </a:cubicBezTo>
                  <a:cubicBezTo>
                    <a:pt x="64516" y="5461"/>
                    <a:pt x="69215" y="8636"/>
                    <a:pt x="73152" y="12573"/>
                  </a:cubicBezTo>
                  <a:cubicBezTo>
                    <a:pt x="77089" y="16510"/>
                    <a:pt x="80264" y="21209"/>
                    <a:pt x="82423" y="26416"/>
                  </a:cubicBezTo>
                  <a:cubicBezTo>
                    <a:pt x="84582" y="31623"/>
                    <a:pt x="85725" y="37084"/>
                    <a:pt x="85725" y="4279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529438" y="6588414"/>
            <a:ext cx="85725" cy="85725"/>
            <a:chOff x="0" y="0"/>
            <a:chExt cx="85725" cy="8572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926"/>
                  </a:moveTo>
                  <a:cubicBezTo>
                    <a:pt x="85725" y="48641"/>
                    <a:pt x="84582" y="54102"/>
                    <a:pt x="82423" y="59309"/>
                  </a:cubicBezTo>
                  <a:cubicBezTo>
                    <a:pt x="80264" y="64516"/>
                    <a:pt x="77089" y="69215"/>
                    <a:pt x="73152" y="73152"/>
                  </a:cubicBezTo>
                  <a:cubicBezTo>
                    <a:pt x="69215" y="77089"/>
                    <a:pt x="64516" y="80264"/>
                    <a:pt x="59309" y="82423"/>
                  </a:cubicBezTo>
                  <a:cubicBezTo>
                    <a:pt x="54102" y="84582"/>
                    <a:pt x="48641" y="85725"/>
                    <a:pt x="42926" y="85725"/>
                  </a:cubicBezTo>
                  <a:cubicBezTo>
                    <a:pt x="37211" y="85725"/>
                    <a:pt x="31750" y="84582"/>
                    <a:pt x="26543" y="82423"/>
                  </a:cubicBezTo>
                  <a:cubicBezTo>
                    <a:pt x="21336" y="80264"/>
                    <a:pt x="16510" y="77216"/>
                    <a:pt x="12573" y="73152"/>
                  </a:cubicBezTo>
                  <a:cubicBezTo>
                    <a:pt x="8636" y="69088"/>
                    <a:pt x="5461" y="64516"/>
                    <a:pt x="3302" y="59309"/>
                  </a:cubicBezTo>
                  <a:cubicBezTo>
                    <a:pt x="1143" y="54102"/>
                    <a:pt x="0" y="48514"/>
                    <a:pt x="0" y="42926"/>
                  </a:cubicBezTo>
                  <a:cubicBezTo>
                    <a:pt x="0" y="37338"/>
                    <a:pt x="1143" y="31750"/>
                    <a:pt x="3302" y="26416"/>
                  </a:cubicBezTo>
                  <a:cubicBezTo>
                    <a:pt x="5461" y="21082"/>
                    <a:pt x="8509" y="16510"/>
                    <a:pt x="12573" y="12573"/>
                  </a:cubicBezTo>
                  <a:cubicBezTo>
                    <a:pt x="16637" y="8636"/>
                    <a:pt x="21209" y="5461"/>
                    <a:pt x="26416" y="3302"/>
                  </a:cubicBezTo>
                  <a:cubicBezTo>
                    <a:pt x="31623" y="1143"/>
                    <a:pt x="37211" y="0"/>
                    <a:pt x="42926" y="0"/>
                  </a:cubicBezTo>
                  <a:cubicBezTo>
                    <a:pt x="48641" y="0"/>
                    <a:pt x="54102" y="1143"/>
                    <a:pt x="59309" y="3302"/>
                  </a:cubicBezTo>
                  <a:cubicBezTo>
                    <a:pt x="64516" y="5461"/>
                    <a:pt x="69215" y="8636"/>
                    <a:pt x="73152" y="12573"/>
                  </a:cubicBezTo>
                  <a:cubicBezTo>
                    <a:pt x="77089" y="16510"/>
                    <a:pt x="80264" y="21209"/>
                    <a:pt x="82423" y="26416"/>
                  </a:cubicBezTo>
                  <a:cubicBezTo>
                    <a:pt x="84582" y="31623"/>
                    <a:pt x="85725" y="37084"/>
                    <a:pt x="85725" y="4279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529438" y="6997989"/>
            <a:ext cx="85725" cy="85725"/>
            <a:chOff x="0" y="0"/>
            <a:chExt cx="85725" cy="8572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926"/>
                  </a:moveTo>
                  <a:cubicBezTo>
                    <a:pt x="85725" y="48641"/>
                    <a:pt x="84582" y="54102"/>
                    <a:pt x="82423" y="59309"/>
                  </a:cubicBezTo>
                  <a:cubicBezTo>
                    <a:pt x="80264" y="64516"/>
                    <a:pt x="77089" y="69215"/>
                    <a:pt x="73152" y="73152"/>
                  </a:cubicBezTo>
                  <a:cubicBezTo>
                    <a:pt x="69215" y="77089"/>
                    <a:pt x="64516" y="80264"/>
                    <a:pt x="59309" y="82423"/>
                  </a:cubicBezTo>
                  <a:cubicBezTo>
                    <a:pt x="54102" y="84582"/>
                    <a:pt x="48641" y="85725"/>
                    <a:pt x="42926" y="85725"/>
                  </a:cubicBezTo>
                  <a:cubicBezTo>
                    <a:pt x="37211" y="85725"/>
                    <a:pt x="31750" y="84582"/>
                    <a:pt x="26543" y="82423"/>
                  </a:cubicBezTo>
                  <a:cubicBezTo>
                    <a:pt x="21336" y="80264"/>
                    <a:pt x="16510" y="77216"/>
                    <a:pt x="12573" y="73152"/>
                  </a:cubicBezTo>
                  <a:cubicBezTo>
                    <a:pt x="8636" y="69088"/>
                    <a:pt x="5461" y="64516"/>
                    <a:pt x="3302" y="59309"/>
                  </a:cubicBezTo>
                  <a:cubicBezTo>
                    <a:pt x="1143" y="54102"/>
                    <a:pt x="0" y="48514"/>
                    <a:pt x="0" y="42926"/>
                  </a:cubicBezTo>
                  <a:cubicBezTo>
                    <a:pt x="0" y="37338"/>
                    <a:pt x="1143" y="31750"/>
                    <a:pt x="3302" y="26416"/>
                  </a:cubicBezTo>
                  <a:cubicBezTo>
                    <a:pt x="5461" y="21082"/>
                    <a:pt x="8509" y="16510"/>
                    <a:pt x="12573" y="12573"/>
                  </a:cubicBezTo>
                  <a:cubicBezTo>
                    <a:pt x="16637" y="8636"/>
                    <a:pt x="21209" y="5461"/>
                    <a:pt x="26416" y="3302"/>
                  </a:cubicBezTo>
                  <a:cubicBezTo>
                    <a:pt x="31623" y="1143"/>
                    <a:pt x="37211" y="0"/>
                    <a:pt x="42926" y="0"/>
                  </a:cubicBezTo>
                  <a:cubicBezTo>
                    <a:pt x="48641" y="0"/>
                    <a:pt x="54102" y="1143"/>
                    <a:pt x="59309" y="3302"/>
                  </a:cubicBezTo>
                  <a:cubicBezTo>
                    <a:pt x="64516" y="5461"/>
                    <a:pt x="69215" y="8636"/>
                    <a:pt x="73152" y="12573"/>
                  </a:cubicBezTo>
                  <a:cubicBezTo>
                    <a:pt x="77089" y="16510"/>
                    <a:pt x="80264" y="21209"/>
                    <a:pt x="82423" y="26416"/>
                  </a:cubicBezTo>
                  <a:cubicBezTo>
                    <a:pt x="84582" y="31623"/>
                    <a:pt x="85725" y="37084"/>
                    <a:pt x="85725" y="4279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1090136" y="1199864"/>
            <a:ext cx="1001840" cy="76010"/>
            <a:chOff x="0" y="0"/>
            <a:chExt cx="1001839" cy="7601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01903" cy="75946"/>
            </a:xfrm>
            <a:custGeom>
              <a:avLst/>
              <a:gdLst/>
              <a:ahLst/>
              <a:cxnLst/>
              <a:rect l="l" t="t" r="r" b="b"/>
              <a:pathLst>
                <a:path w="1001903" h="75946">
                  <a:moveTo>
                    <a:pt x="0" y="75946"/>
                  </a:moveTo>
                  <a:lnTo>
                    <a:pt x="1001903" y="75946"/>
                  </a:lnTo>
                  <a:lnTo>
                    <a:pt x="10019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0" y="0"/>
            <a:ext cx="18288000" cy="89440"/>
            <a:chOff x="0" y="0"/>
            <a:chExt cx="18288000" cy="8943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8288000" cy="89402"/>
            </a:xfrm>
            <a:custGeom>
              <a:avLst/>
              <a:gdLst/>
              <a:ahLst/>
              <a:cxnLst/>
              <a:rect l="l" t="t" r="r" b="b"/>
              <a:pathLst>
                <a:path w="18288000" h="89402">
                  <a:moveTo>
                    <a:pt x="0" y="0"/>
                  </a:moveTo>
                  <a:lnTo>
                    <a:pt x="0" y="89402"/>
                  </a:lnTo>
                  <a:lnTo>
                    <a:pt x="18288000" y="89402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-63503" y="9928317"/>
            <a:ext cx="18414997" cy="422177"/>
            <a:chOff x="0" y="0"/>
            <a:chExt cx="18415000" cy="422186"/>
          </a:xfrm>
        </p:grpSpPr>
        <p:sp>
          <p:nvSpPr>
            <p:cNvPr id="24" name="Freeform 24"/>
            <p:cNvSpPr/>
            <p:nvPr/>
          </p:nvSpPr>
          <p:spPr>
            <a:xfrm>
              <a:off x="63500" y="63501"/>
              <a:ext cx="11940032" cy="295152"/>
            </a:xfrm>
            <a:custGeom>
              <a:avLst/>
              <a:gdLst/>
              <a:ahLst/>
              <a:cxnLst/>
              <a:rect l="l" t="t" r="r" b="b"/>
              <a:pathLst>
                <a:path w="11940032" h="295152">
                  <a:moveTo>
                    <a:pt x="0" y="0"/>
                  </a:moveTo>
                  <a:lnTo>
                    <a:pt x="0" y="295152"/>
                  </a:lnTo>
                  <a:lnTo>
                    <a:pt x="11940032" y="295152"/>
                  </a:lnTo>
                  <a:lnTo>
                    <a:pt x="1194003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11989308" y="63501"/>
              <a:ext cx="6362192" cy="295152"/>
            </a:xfrm>
            <a:custGeom>
              <a:avLst/>
              <a:gdLst/>
              <a:ahLst/>
              <a:cxnLst/>
              <a:rect l="l" t="t" r="r" b="b"/>
              <a:pathLst>
                <a:path w="6362192" h="295152">
                  <a:moveTo>
                    <a:pt x="0" y="0"/>
                  </a:moveTo>
                  <a:lnTo>
                    <a:pt x="0" y="295152"/>
                  </a:lnTo>
                  <a:lnTo>
                    <a:pt x="6362192" y="295152"/>
                  </a:lnTo>
                  <a:lnTo>
                    <a:pt x="636219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321288" y="106480"/>
            <a:ext cx="155696" cy="38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61288" y="348082"/>
            <a:ext cx="3045809" cy="882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072A5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OBJECTIVES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58039" y="8424358"/>
            <a:ext cx="145275" cy="31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K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501857" y="7594844"/>
            <a:ext cx="207597" cy="258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599137" y="6154664"/>
            <a:ext cx="207597" cy="258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696417" y="4714484"/>
            <a:ext cx="207597" cy="258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793697" y="3274304"/>
            <a:ext cx="207597" cy="258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7488" y="2518505"/>
            <a:ext cx="7177954" cy="664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6"/>
              </a:lnSpc>
            </a:pPr>
            <a:r>
              <a:rPr lang="en-US" sz="35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01 — Digitalize Grievance Registration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21104" y="3067955"/>
            <a:ext cx="79515" cy="510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1"/>
              </a:lnSpc>
            </a:pPr>
            <a:r>
              <a:rPr lang="en-US" sz="27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67488" y="3471005"/>
            <a:ext cx="6438538" cy="664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6"/>
              </a:lnSpc>
            </a:pPr>
            <a:r>
              <a:rPr lang="en-US" sz="35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02 — Enable Transparent Tracking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539535" y="4020455"/>
            <a:ext cx="79515" cy="510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1"/>
              </a:lnSpc>
            </a:pPr>
            <a:r>
              <a:rPr lang="en-US" sz="27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67488" y="4423505"/>
            <a:ext cx="8319116" cy="664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6"/>
              </a:lnSpc>
            </a:pPr>
            <a:r>
              <a:rPr lang="en-US" sz="35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03 — Improve Administrative Accountability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821104" y="4972955"/>
            <a:ext cx="79515" cy="510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1"/>
              </a:lnSpc>
            </a:pPr>
            <a:r>
              <a:rPr lang="en-US" sz="27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67488" y="5376005"/>
            <a:ext cx="6069968" cy="664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6"/>
              </a:lnSpc>
            </a:pPr>
            <a:r>
              <a:rPr lang="en-US" sz="35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04 — Automate Communication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445790" y="5925455"/>
            <a:ext cx="79515" cy="510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1"/>
              </a:lnSpc>
            </a:pPr>
            <a:r>
              <a:rPr lang="en-US" sz="27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53723" y="5925455"/>
            <a:ext cx="9521180" cy="510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1"/>
              </a:lnSpc>
            </a:pPr>
            <a:r>
              <a:rPr lang="en-US" sz="27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Sendautomated notificationswhenevercomplaintstatuschanges.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53723" y="6392180"/>
            <a:ext cx="4523394" cy="863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7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Unique complaint identification Real-time status visibility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53723" y="4020455"/>
            <a:ext cx="12615348" cy="510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1"/>
              </a:lnSpc>
            </a:pPr>
            <a:r>
              <a:rPr lang="en-US" sz="27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Allowcitizenstomonitorcomplaintprogressthroughavisual timeline and SLA deadline.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53723" y="3067955"/>
            <a:ext cx="13181009" cy="510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1"/>
              </a:lnSpc>
            </a:pPr>
            <a:r>
              <a:rPr lang="en-US" sz="27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Provideasimpleonlineplatformforcitizenstosubmitcomplaints with supporting evidence.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53723" y="4972955"/>
            <a:ext cx="16247545" cy="510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1"/>
              </a:lnSpc>
            </a:pPr>
            <a:r>
              <a:rPr lang="en-US" sz="27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Provideofficialswithcentralizeddashboards,role-basedaccess, status management, and escalation mechanisms.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3503" y="-63503"/>
            <a:ext cx="18414997" cy="216437"/>
          </a:xfrm>
          <a:custGeom>
            <a:avLst/>
            <a:gdLst/>
            <a:ahLst/>
            <a:cxnLst/>
            <a:rect l="l" t="t" r="r" b="b"/>
            <a:pathLst>
              <a:path w="18414997" h="216437">
                <a:moveTo>
                  <a:pt x="0" y="0"/>
                </a:moveTo>
                <a:lnTo>
                  <a:pt x="18414997" y="0"/>
                </a:lnTo>
                <a:lnTo>
                  <a:pt x="18414997" y="216436"/>
                </a:lnTo>
                <a:lnTo>
                  <a:pt x="0" y="2164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3503" y="9928317"/>
            <a:ext cx="18414997" cy="422177"/>
          </a:xfrm>
          <a:custGeom>
            <a:avLst/>
            <a:gdLst/>
            <a:ahLst/>
            <a:cxnLst/>
            <a:rect l="l" t="t" r="r" b="b"/>
            <a:pathLst>
              <a:path w="18414997" h="422177">
                <a:moveTo>
                  <a:pt x="0" y="0"/>
                </a:moveTo>
                <a:lnTo>
                  <a:pt x="18414997" y="0"/>
                </a:lnTo>
                <a:lnTo>
                  <a:pt x="18414997" y="422177"/>
                </a:lnTo>
                <a:lnTo>
                  <a:pt x="0" y="4221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078200" y="274320"/>
            <a:ext cx="2127790" cy="2144439"/>
            <a:chOff x="0" y="0"/>
            <a:chExt cx="2837053" cy="2859253"/>
          </a:xfrm>
        </p:grpSpPr>
        <p:sp>
          <p:nvSpPr>
            <p:cNvPr id="5" name="Freeform 5" descr="d29fed93-76c3-4798-81b8-a81e8a8402fd.png"/>
            <p:cNvSpPr/>
            <p:nvPr/>
          </p:nvSpPr>
          <p:spPr>
            <a:xfrm>
              <a:off x="0" y="0"/>
              <a:ext cx="2837053" cy="2859278"/>
            </a:xfrm>
            <a:custGeom>
              <a:avLst/>
              <a:gdLst/>
              <a:ahLst/>
              <a:cxnLst/>
              <a:rect l="l" t="t" r="r" b="b"/>
              <a:pathLst>
                <a:path w="2837053" h="2859278">
                  <a:moveTo>
                    <a:pt x="0" y="0"/>
                  </a:moveTo>
                  <a:lnTo>
                    <a:pt x="2837053" y="0"/>
                  </a:lnTo>
                  <a:lnTo>
                    <a:pt x="2837053" y="2859278"/>
                  </a:lnTo>
                  <a:lnTo>
                    <a:pt x="0" y="2859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0" y="9971532"/>
            <a:ext cx="11932920" cy="219456"/>
            <a:chOff x="0" y="0"/>
            <a:chExt cx="11932920" cy="2194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932920" cy="219456"/>
            </a:xfrm>
            <a:custGeom>
              <a:avLst/>
              <a:gdLst/>
              <a:ahLst/>
              <a:cxnLst/>
              <a:rect l="l" t="t" r="r" b="b"/>
              <a:pathLst>
                <a:path w="11932920" h="219456">
                  <a:moveTo>
                    <a:pt x="0" y="0"/>
                  </a:moveTo>
                  <a:lnTo>
                    <a:pt x="0" y="219456"/>
                  </a:lnTo>
                  <a:lnTo>
                    <a:pt x="11932920" y="219456"/>
                  </a:lnTo>
                  <a:lnTo>
                    <a:pt x="11932920" y="0"/>
                  </a:lnTo>
                  <a:close/>
                </a:path>
              </a:pathLst>
            </a:custGeom>
            <a:solidFill>
              <a:srgbClr val="072A52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142944" y="0"/>
            <a:ext cx="14754225" cy="9839325"/>
            <a:chOff x="0" y="0"/>
            <a:chExt cx="19672300" cy="13119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672300" cy="13119100"/>
            </a:xfrm>
            <a:custGeom>
              <a:avLst/>
              <a:gdLst/>
              <a:ahLst/>
              <a:cxnLst/>
              <a:rect l="l" t="t" r="r" b="b"/>
              <a:pathLst>
                <a:path w="19672300" h="13119100">
                  <a:moveTo>
                    <a:pt x="0" y="0"/>
                  </a:moveTo>
                  <a:lnTo>
                    <a:pt x="19672300" y="0"/>
                  </a:lnTo>
                  <a:lnTo>
                    <a:pt x="19672300" y="13119100"/>
                  </a:lnTo>
                  <a:lnTo>
                    <a:pt x="0" y="131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0" y="0"/>
            <a:ext cx="18288000" cy="89440"/>
            <a:chOff x="0" y="0"/>
            <a:chExt cx="18288000" cy="894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288000" cy="89402"/>
            </a:xfrm>
            <a:custGeom>
              <a:avLst/>
              <a:gdLst/>
              <a:ahLst/>
              <a:cxnLst/>
              <a:rect l="l" t="t" r="r" b="b"/>
              <a:pathLst>
                <a:path w="18288000" h="89402">
                  <a:moveTo>
                    <a:pt x="0" y="0"/>
                  </a:moveTo>
                  <a:lnTo>
                    <a:pt x="0" y="89402"/>
                  </a:lnTo>
                  <a:lnTo>
                    <a:pt x="18288000" y="89402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-63503" y="9908029"/>
            <a:ext cx="18414997" cy="442465"/>
            <a:chOff x="0" y="0"/>
            <a:chExt cx="18415000" cy="442468"/>
          </a:xfrm>
        </p:grpSpPr>
        <p:sp>
          <p:nvSpPr>
            <p:cNvPr id="13" name="Freeform 13"/>
            <p:cNvSpPr/>
            <p:nvPr/>
          </p:nvSpPr>
          <p:spPr>
            <a:xfrm>
              <a:off x="63500" y="63500"/>
              <a:ext cx="11932920" cy="219456"/>
            </a:xfrm>
            <a:custGeom>
              <a:avLst/>
              <a:gdLst/>
              <a:ahLst/>
              <a:cxnLst/>
              <a:rect l="l" t="t" r="r" b="b"/>
              <a:pathLst>
                <a:path w="11932920" h="219456">
                  <a:moveTo>
                    <a:pt x="0" y="219456"/>
                  </a:moveTo>
                  <a:lnTo>
                    <a:pt x="11932920" y="219456"/>
                  </a:lnTo>
                  <a:lnTo>
                    <a:pt x="119329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63500" y="83820"/>
              <a:ext cx="11940032" cy="295148"/>
            </a:xfrm>
            <a:custGeom>
              <a:avLst/>
              <a:gdLst/>
              <a:ahLst/>
              <a:cxnLst/>
              <a:rect l="l" t="t" r="r" b="b"/>
              <a:pathLst>
                <a:path w="11940032" h="295148">
                  <a:moveTo>
                    <a:pt x="0" y="0"/>
                  </a:moveTo>
                  <a:lnTo>
                    <a:pt x="0" y="295148"/>
                  </a:lnTo>
                  <a:lnTo>
                    <a:pt x="11940032" y="295148"/>
                  </a:lnTo>
                  <a:lnTo>
                    <a:pt x="1194003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11989308" y="83820"/>
              <a:ext cx="6362192" cy="295148"/>
            </a:xfrm>
            <a:custGeom>
              <a:avLst/>
              <a:gdLst/>
              <a:ahLst/>
              <a:cxnLst/>
              <a:rect l="l" t="t" r="r" b="b"/>
              <a:pathLst>
                <a:path w="6362192" h="295148">
                  <a:moveTo>
                    <a:pt x="0" y="0"/>
                  </a:moveTo>
                  <a:lnTo>
                    <a:pt x="0" y="295148"/>
                  </a:lnTo>
                  <a:lnTo>
                    <a:pt x="6362192" y="295148"/>
                  </a:lnTo>
                  <a:lnTo>
                    <a:pt x="636219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321288" y="106480"/>
            <a:ext cx="155696" cy="38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6633" y="1136361"/>
            <a:ext cx="1128779" cy="203006"/>
          </a:xfrm>
          <a:custGeom>
            <a:avLst/>
            <a:gdLst/>
            <a:ahLst/>
            <a:cxnLst/>
            <a:rect l="l" t="t" r="r" b="b"/>
            <a:pathLst>
              <a:path w="1128779" h="203006">
                <a:moveTo>
                  <a:pt x="0" y="0"/>
                </a:moveTo>
                <a:lnTo>
                  <a:pt x="1128779" y="0"/>
                </a:lnTo>
                <a:lnTo>
                  <a:pt x="1128779" y="203006"/>
                </a:lnTo>
                <a:lnTo>
                  <a:pt x="0" y="2030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3503" y="-63503"/>
            <a:ext cx="18414997" cy="216437"/>
          </a:xfrm>
          <a:custGeom>
            <a:avLst/>
            <a:gdLst/>
            <a:ahLst/>
            <a:cxnLst/>
            <a:rect l="l" t="t" r="r" b="b"/>
            <a:pathLst>
              <a:path w="18414997" h="216437">
                <a:moveTo>
                  <a:pt x="0" y="0"/>
                </a:moveTo>
                <a:lnTo>
                  <a:pt x="18414997" y="0"/>
                </a:lnTo>
                <a:lnTo>
                  <a:pt x="18414997" y="216436"/>
                </a:lnTo>
                <a:lnTo>
                  <a:pt x="0" y="2164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63503" y="9928317"/>
            <a:ext cx="18414997" cy="422177"/>
          </a:xfrm>
          <a:custGeom>
            <a:avLst/>
            <a:gdLst/>
            <a:ahLst/>
            <a:cxnLst/>
            <a:rect l="l" t="t" r="r" b="b"/>
            <a:pathLst>
              <a:path w="18414997" h="422177">
                <a:moveTo>
                  <a:pt x="0" y="0"/>
                </a:moveTo>
                <a:lnTo>
                  <a:pt x="18414997" y="0"/>
                </a:lnTo>
                <a:lnTo>
                  <a:pt x="18414997" y="422177"/>
                </a:lnTo>
                <a:lnTo>
                  <a:pt x="0" y="4221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792450" y="274320"/>
            <a:ext cx="2289810" cy="2307698"/>
            <a:chOff x="0" y="0"/>
            <a:chExt cx="3053080" cy="3076931"/>
          </a:xfrm>
        </p:grpSpPr>
        <p:sp>
          <p:nvSpPr>
            <p:cNvPr id="6" name="Freeform 6" descr="d29fed93-76c3-4798-81b8-a81e8a8402fd.png"/>
            <p:cNvSpPr/>
            <p:nvPr/>
          </p:nvSpPr>
          <p:spPr>
            <a:xfrm>
              <a:off x="0" y="0"/>
              <a:ext cx="3053080" cy="3076956"/>
            </a:xfrm>
            <a:custGeom>
              <a:avLst/>
              <a:gdLst/>
              <a:ahLst/>
              <a:cxnLst/>
              <a:rect l="l" t="t" r="r" b="b"/>
              <a:pathLst>
                <a:path w="3053080" h="3076956">
                  <a:moveTo>
                    <a:pt x="0" y="0"/>
                  </a:moveTo>
                  <a:lnTo>
                    <a:pt x="3053080" y="0"/>
                  </a:lnTo>
                  <a:lnTo>
                    <a:pt x="3053080" y="3076956"/>
                  </a:lnTo>
                  <a:lnTo>
                    <a:pt x="0" y="3076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246793" y="2381774"/>
            <a:ext cx="94021" cy="94021"/>
            <a:chOff x="0" y="0"/>
            <a:chExt cx="94018" cy="940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3981" cy="93981"/>
            </a:xfrm>
            <a:custGeom>
              <a:avLst/>
              <a:gdLst/>
              <a:ahLst/>
              <a:cxnLst/>
              <a:rect l="l" t="t" r="r" b="b"/>
              <a:pathLst>
                <a:path w="93981" h="93981">
                  <a:moveTo>
                    <a:pt x="93981" y="46990"/>
                  </a:moveTo>
                  <a:cubicBezTo>
                    <a:pt x="93981" y="53213"/>
                    <a:pt x="92838" y="59182"/>
                    <a:pt x="90425" y="65024"/>
                  </a:cubicBezTo>
                  <a:cubicBezTo>
                    <a:pt x="88012" y="70866"/>
                    <a:pt x="84583" y="75819"/>
                    <a:pt x="80265" y="80264"/>
                  </a:cubicBezTo>
                  <a:cubicBezTo>
                    <a:pt x="75947" y="84710"/>
                    <a:pt x="70740" y="88012"/>
                    <a:pt x="65024" y="90425"/>
                  </a:cubicBezTo>
                  <a:cubicBezTo>
                    <a:pt x="59309" y="92838"/>
                    <a:pt x="53213" y="93981"/>
                    <a:pt x="46990" y="93981"/>
                  </a:cubicBezTo>
                  <a:cubicBezTo>
                    <a:pt x="40767" y="93981"/>
                    <a:pt x="34798" y="92838"/>
                    <a:pt x="28956" y="90425"/>
                  </a:cubicBezTo>
                  <a:cubicBezTo>
                    <a:pt x="23114" y="88012"/>
                    <a:pt x="18161" y="84583"/>
                    <a:pt x="13716" y="80264"/>
                  </a:cubicBezTo>
                  <a:cubicBezTo>
                    <a:pt x="9271" y="75946"/>
                    <a:pt x="5969" y="70739"/>
                    <a:pt x="3556" y="65024"/>
                  </a:cubicBezTo>
                  <a:cubicBezTo>
                    <a:pt x="1143" y="59309"/>
                    <a:pt x="0" y="53213"/>
                    <a:pt x="0" y="46990"/>
                  </a:cubicBezTo>
                  <a:cubicBezTo>
                    <a:pt x="0" y="40767"/>
                    <a:pt x="1143" y="34798"/>
                    <a:pt x="3556" y="28956"/>
                  </a:cubicBezTo>
                  <a:cubicBezTo>
                    <a:pt x="5969" y="23114"/>
                    <a:pt x="9398" y="18161"/>
                    <a:pt x="13716" y="13716"/>
                  </a:cubicBezTo>
                  <a:cubicBezTo>
                    <a:pt x="18034" y="9271"/>
                    <a:pt x="23241" y="5969"/>
                    <a:pt x="28956" y="3556"/>
                  </a:cubicBezTo>
                  <a:cubicBezTo>
                    <a:pt x="34671" y="1143"/>
                    <a:pt x="40767" y="0"/>
                    <a:pt x="46990" y="0"/>
                  </a:cubicBezTo>
                  <a:cubicBezTo>
                    <a:pt x="53213" y="0"/>
                    <a:pt x="59182" y="1143"/>
                    <a:pt x="65024" y="3556"/>
                  </a:cubicBezTo>
                  <a:cubicBezTo>
                    <a:pt x="70867" y="5969"/>
                    <a:pt x="75820" y="9398"/>
                    <a:pt x="80265" y="13716"/>
                  </a:cubicBezTo>
                  <a:cubicBezTo>
                    <a:pt x="84710" y="18034"/>
                    <a:pt x="88012" y="23241"/>
                    <a:pt x="90425" y="28956"/>
                  </a:cubicBezTo>
                  <a:cubicBezTo>
                    <a:pt x="92838" y="34671"/>
                    <a:pt x="93981" y="40767"/>
                    <a:pt x="93981" y="4699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246793" y="2804846"/>
            <a:ext cx="94021" cy="94021"/>
            <a:chOff x="0" y="0"/>
            <a:chExt cx="94018" cy="9401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3981" cy="93981"/>
            </a:xfrm>
            <a:custGeom>
              <a:avLst/>
              <a:gdLst/>
              <a:ahLst/>
              <a:cxnLst/>
              <a:rect l="l" t="t" r="r" b="b"/>
              <a:pathLst>
                <a:path w="93981" h="93981">
                  <a:moveTo>
                    <a:pt x="93981" y="46990"/>
                  </a:moveTo>
                  <a:cubicBezTo>
                    <a:pt x="93981" y="53213"/>
                    <a:pt x="92838" y="59182"/>
                    <a:pt x="90425" y="65024"/>
                  </a:cubicBezTo>
                  <a:cubicBezTo>
                    <a:pt x="88012" y="70866"/>
                    <a:pt x="84583" y="75819"/>
                    <a:pt x="80265" y="80264"/>
                  </a:cubicBezTo>
                  <a:cubicBezTo>
                    <a:pt x="75947" y="84710"/>
                    <a:pt x="70740" y="88012"/>
                    <a:pt x="65024" y="90425"/>
                  </a:cubicBezTo>
                  <a:cubicBezTo>
                    <a:pt x="59309" y="92838"/>
                    <a:pt x="53213" y="93981"/>
                    <a:pt x="46990" y="93981"/>
                  </a:cubicBezTo>
                  <a:cubicBezTo>
                    <a:pt x="40767" y="93981"/>
                    <a:pt x="34798" y="92838"/>
                    <a:pt x="28956" y="90425"/>
                  </a:cubicBezTo>
                  <a:cubicBezTo>
                    <a:pt x="23114" y="88012"/>
                    <a:pt x="18161" y="84583"/>
                    <a:pt x="13716" y="80264"/>
                  </a:cubicBezTo>
                  <a:cubicBezTo>
                    <a:pt x="9271" y="75946"/>
                    <a:pt x="5969" y="70739"/>
                    <a:pt x="3556" y="65024"/>
                  </a:cubicBezTo>
                  <a:cubicBezTo>
                    <a:pt x="1143" y="59309"/>
                    <a:pt x="0" y="53213"/>
                    <a:pt x="0" y="46990"/>
                  </a:cubicBezTo>
                  <a:cubicBezTo>
                    <a:pt x="0" y="40767"/>
                    <a:pt x="1143" y="34798"/>
                    <a:pt x="3556" y="28956"/>
                  </a:cubicBezTo>
                  <a:cubicBezTo>
                    <a:pt x="5969" y="23114"/>
                    <a:pt x="9398" y="18161"/>
                    <a:pt x="13716" y="13716"/>
                  </a:cubicBezTo>
                  <a:cubicBezTo>
                    <a:pt x="18034" y="9271"/>
                    <a:pt x="23241" y="5969"/>
                    <a:pt x="28956" y="3556"/>
                  </a:cubicBezTo>
                  <a:cubicBezTo>
                    <a:pt x="34671" y="1143"/>
                    <a:pt x="40767" y="0"/>
                    <a:pt x="46990" y="0"/>
                  </a:cubicBezTo>
                  <a:cubicBezTo>
                    <a:pt x="53213" y="0"/>
                    <a:pt x="59182" y="1143"/>
                    <a:pt x="65024" y="3556"/>
                  </a:cubicBezTo>
                  <a:cubicBezTo>
                    <a:pt x="70867" y="5969"/>
                    <a:pt x="75820" y="9398"/>
                    <a:pt x="80265" y="13716"/>
                  </a:cubicBezTo>
                  <a:cubicBezTo>
                    <a:pt x="84710" y="18034"/>
                    <a:pt x="88012" y="23241"/>
                    <a:pt x="90425" y="28956"/>
                  </a:cubicBezTo>
                  <a:cubicBezTo>
                    <a:pt x="92838" y="34671"/>
                    <a:pt x="93981" y="40767"/>
                    <a:pt x="93981" y="4699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246793" y="3227927"/>
            <a:ext cx="94021" cy="94021"/>
            <a:chOff x="0" y="0"/>
            <a:chExt cx="94018" cy="9401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3981" cy="93981"/>
            </a:xfrm>
            <a:custGeom>
              <a:avLst/>
              <a:gdLst/>
              <a:ahLst/>
              <a:cxnLst/>
              <a:rect l="l" t="t" r="r" b="b"/>
              <a:pathLst>
                <a:path w="93981" h="93981">
                  <a:moveTo>
                    <a:pt x="93981" y="46991"/>
                  </a:moveTo>
                  <a:cubicBezTo>
                    <a:pt x="93981" y="53214"/>
                    <a:pt x="92838" y="59183"/>
                    <a:pt x="90425" y="65025"/>
                  </a:cubicBezTo>
                  <a:cubicBezTo>
                    <a:pt x="88012" y="70867"/>
                    <a:pt x="84583" y="75820"/>
                    <a:pt x="80265" y="80265"/>
                  </a:cubicBezTo>
                  <a:cubicBezTo>
                    <a:pt x="75947" y="84710"/>
                    <a:pt x="70740" y="88012"/>
                    <a:pt x="65024" y="90425"/>
                  </a:cubicBezTo>
                  <a:cubicBezTo>
                    <a:pt x="59309" y="92838"/>
                    <a:pt x="53213" y="93981"/>
                    <a:pt x="46990" y="93981"/>
                  </a:cubicBezTo>
                  <a:cubicBezTo>
                    <a:pt x="40767" y="93981"/>
                    <a:pt x="34798" y="92838"/>
                    <a:pt x="28956" y="90425"/>
                  </a:cubicBezTo>
                  <a:cubicBezTo>
                    <a:pt x="23114" y="88012"/>
                    <a:pt x="18161" y="84583"/>
                    <a:pt x="13716" y="80265"/>
                  </a:cubicBezTo>
                  <a:cubicBezTo>
                    <a:pt x="9271" y="75947"/>
                    <a:pt x="5969" y="70740"/>
                    <a:pt x="3556" y="65025"/>
                  </a:cubicBezTo>
                  <a:cubicBezTo>
                    <a:pt x="1143" y="59310"/>
                    <a:pt x="0" y="53214"/>
                    <a:pt x="0" y="46991"/>
                  </a:cubicBezTo>
                  <a:cubicBezTo>
                    <a:pt x="0" y="40768"/>
                    <a:pt x="1143" y="34799"/>
                    <a:pt x="3556" y="28956"/>
                  </a:cubicBezTo>
                  <a:cubicBezTo>
                    <a:pt x="5969" y="23114"/>
                    <a:pt x="9398" y="18161"/>
                    <a:pt x="13716" y="13716"/>
                  </a:cubicBezTo>
                  <a:cubicBezTo>
                    <a:pt x="18034" y="9271"/>
                    <a:pt x="23241" y="5969"/>
                    <a:pt x="28956" y="3556"/>
                  </a:cubicBezTo>
                  <a:cubicBezTo>
                    <a:pt x="34671" y="1143"/>
                    <a:pt x="40767" y="0"/>
                    <a:pt x="46990" y="0"/>
                  </a:cubicBezTo>
                  <a:cubicBezTo>
                    <a:pt x="53213" y="0"/>
                    <a:pt x="59182" y="1143"/>
                    <a:pt x="65024" y="3556"/>
                  </a:cubicBezTo>
                  <a:cubicBezTo>
                    <a:pt x="70867" y="5969"/>
                    <a:pt x="75820" y="9398"/>
                    <a:pt x="80265" y="13716"/>
                  </a:cubicBezTo>
                  <a:cubicBezTo>
                    <a:pt x="84710" y="18034"/>
                    <a:pt x="88012" y="23241"/>
                    <a:pt x="90425" y="28956"/>
                  </a:cubicBezTo>
                  <a:cubicBezTo>
                    <a:pt x="92838" y="34671"/>
                    <a:pt x="93981" y="40768"/>
                    <a:pt x="93981" y="4699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246793" y="3651009"/>
            <a:ext cx="94021" cy="94021"/>
            <a:chOff x="0" y="0"/>
            <a:chExt cx="94018" cy="9401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3981" cy="93981"/>
            </a:xfrm>
            <a:custGeom>
              <a:avLst/>
              <a:gdLst/>
              <a:ahLst/>
              <a:cxnLst/>
              <a:rect l="l" t="t" r="r" b="b"/>
              <a:pathLst>
                <a:path w="93981" h="93981">
                  <a:moveTo>
                    <a:pt x="93981" y="46990"/>
                  </a:moveTo>
                  <a:cubicBezTo>
                    <a:pt x="93981" y="53213"/>
                    <a:pt x="92838" y="59182"/>
                    <a:pt x="90425" y="65024"/>
                  </a:cubicBezTo>
                  <a:cubicBezTo>
                    <a:pt x="88012" y="70866"/>
                    <a:pt x="84583" y="75819"/>
                    <a:pt x="80265" y="80264"/>
                  </a:cubicBezTo>
                  <a:cubicBezTo>
                    <a:pt x="75947" y="84710"/>
                    <a:pt x="70740" y="88012"/>
                    <a:pt x="65024" y="90425"/>
                  </a:cubicBezTo>
                  <a:cubicBezTo>
                    <a:pt x="59309" y="92838"/>
                    <a:pt x="53213" y="93981"/>
                    <a:pt x="46990" y="93981"/>
                  </a:cubicBezTo>
                  <a:cubicBezTo>
                    <a:pt x="40767" y="93981"/>
                    <a:pt x="34798" y="92838"/>
                    <a:pt x="28956" y="90425"/>
                  </a:cubicBezTo>
                  <a:cubicBezTo>
                    <a:pt x="23114" y="88012"/>
                    <a:pt x="18161" y="84583"/>
                    <a:pt x="13716" y="80264"/>
                  </a:cubicBezTo>
                  <a:cubicBezTo>
                    <a:pt x="9271" y="75946"/>
                    <a:pt x="5969" y="70739"/>
                    <a:pt x="3556" y="65024"/>
                  </a:cubicBezTo>
                  <a:cubicBezTo>
                    <a:pt x="1143" y="59309"/>
                    <a:pt x="0" y="53213"/>
                    <a:pt x="0" y="46990"/>
                  </a:cubicBezTo>
                  <a:cubicBezTo>
                    <a:pt x="0" y="40767"/>
                    <a:pt x="1143" y="34798"/>
                    <a:pt x="3556" y="28956"/>
                  </a:cubicBezTo>
                  <a:cubicBezTo>
                    <a:pt x="5969" y="23114"/>
                    <a:pt x="9398" y="18161"/>
                    <a:pt x="13716" y="13716"/>
                  </a:cubicBezTo>
                  <a:cubicBezTo>
                    <a:pt x="18034" y="9271"/>
                    <a:pt x="23241" y="5969"/>
                    <a:pt x="28956" y="3556"/>
                  </a:cubicBezTo>
                  <a:cubicBezTo>
                    <a:pt x="34671" y="1143"/>
                    <a:pt x="40767" y="0"/>
                    <a:pt x="46990" y="0"/>
                  </a:cubicBezTo>
                  <a:cubicBezTo>
                    <a:pt x="53213" y="0"/>
                    <a:pt x="59182" y="1143"/>
                    <a:pt x="65024" y="3556"/>
                  </a:cubicBezTo>
                  <a:cubicBezTo>
                    <a:pt x="70867" y="5969"/>
                    <a:pt x="75820" y="9398"/>
                    <a:pt x="80265" y="13716"/>
                  </a:cubicBezTo>
                  <a:cubicBezTo>
                    <a:pt x="84710" y="18034"/>
                    <a:pt x="88012" y="23241"/>
                    <a:pt x="90425" y="28956"/>
                  </a:cubicBezTo>
                  <a:cubicBezTo>
                    <a:pt x="92838" y="34671"/>
                    <a:pt x="93981" y="40767"/>
                    <a:pt x="93981" y="4699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246793" y="4074081"/>
            <a:ext cx="94021" cy="94021"/>
            <a:chOff x="0" y="0"/>
            <a:chExt cx="94018" cy="9401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3981" cy="93981"/>
            </a:xfrm>
            <a:custGeom>
              <a:avLst/>
              <a:gdLst/>
              <a:ahLst/>
              <a:cxnLst/>
              <a:rect l="l" t="t" r="r" b="b"/>
              <a:pathLst>
                <a:path w="93981" h="93981">
                  <a:moveTo>
                    <a:pt x="93981" y="46990"/>
                  </a:moveTo>
                  <a:cubicBezTo>
                    <a:pt x="93981" y="53213"/>
                    <a:pt x="92838" y="59182"/>
                    <a:pt x="90425" y="65024"/>
                  </a:cubicBezTo>
                  <a:cubicBezTo>
                    <a:pt x="88012" y="70866"/>
                    <a:pt x="84583" y="75819"/>
                    <a:pt x="80265" y="80264"/>
                  </a:cubicBezTo>
                  <a:cubicBezTo>
                    <a:pt x="75947" y="84710"/>
                    <a:pt x="70740" y="88012"/>
                    <a:pt x="65024" y="90425"/>
                  </a:cubicBezTo>
                  <a:cubicBezTo>
                    <a:pt x="59309" y="92838"/>
                    <a:pt x="53213" y="93981"/>
                    <a:pt x="46990" y="93981"/>
                  </a:cubicBezTo>
                  <a:cubicBezTo>
                    <a:pt x="40767" y="93981"/>
                    <a:pt x="34798" y="92838"/>
                    <a:pt x="28956" y="90425"/>
                  </a:cubicBezTo>
                  <a:cubicBezTo>
                    <a:pt x="23114" y="88012"/>
                    <a:pt x="18161" y="84583"/>
                    <a:pt x="13716" y="80264"/>
                  </a:cubicBezTo>
                  <a:cubicBezTo>
                    <a:pt x="9271" y="75946"/>
                    <a:pt x="5969" y="70739"/>
                    <a:pt x="3556" y="65024"/>
                  </a:cubicBezTo>
                  <a:cubicBezTo>
                    <a:pt x="1143" y="59309"/>
                    <a:pt x="0" y="53213"/>
                    <a:pt x="0" y="46990"/>
                  </a:cubicBezTo>
                  <a:cubicBezTo>
                    <a:pt x="0" y="40767"/>
                    <a:pt x="1143" y="34798"/>
                    <a:pt x="3556" y="28956"/>
                  </a:cubicBezTo>
                  <a:cubicBezTo>
                    <a:pt x="5969" y="23114"/>
                    <a:pt x="9398" y="18161"/>
                    <a:pt x="13716" y="13716"/>
                  </a:cubicBezTo>
                  <a:cubicBezTo>
                    <a:pt x="18034" y="9271"/>
                    <a:pt x="23241" y="5969"/>
                    <a:pt x="28956" y="3556"/>
                  </a:cubicBezTo>
                  <a:cubicBezTo>
                    <a:pt x="34671" y="1143"/>
                    <a:pt x="40767" y="0"/>
                    <a:pt x="46990" y="0"/>
                  </a:cubicBezTo>
                  <a:cubicBezTo>
                    <a:pt x="53213" y="0"/>
                    <a:pt x="59182" y="1143"/>
                    <a:pt x="65024" y="3556"/>
                  </a:cubicBezTo>
                  <a:cubicBezTo>
                    <a:pt x="70867" y="5969"/>
                    <a:pt x="75820" y="9398"/>
                    <a:pt x="80265" y="13716"/>
                  </a:cubicBezTo>
                  <a:cubicBezTo>
                    <a:pt x="84710" y="18034"/>
                    <a:pt x="88012" y="23241"/>
                    <a:pt x="90425" y="28956"/>
                  </a:cubicBezTo>
                  <a:cubicBezTo>
                    <a:pt x="92838" y="34671"/>
                    <a:pt x="93981" y="40767"/>
                    <a:pt x="93981" y="4699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246793" y="4497162"/>
            <a:ext cx="94021" cy="94021"/>
            <a:chOff x="0" y="0"/>
            <a:chExt cx="94018" cy="9401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3981" cy="93981"/>
            </a:xfrm>
            <a:custGeom>
              <a:avLst/>
              <a:gdLst/>
              <a:ahLst/>
              <a:cxnLst/>
              <a:rect l="l" t="t" r="r" b="b"/>
              <a:pathLst>
                <a:path w="93981" h="93981">
                  <a:moveTo>
                    <a:pt x="93981" y="46990"/>
                  </a:moveTo>
                  <a:cubicBezTo>
                    <a:pt x="93981" y="53213"/>
                    <a:pt x="92838" y="59182"/>
                    <a:pt x="90425" y="65024"/>
                  </a:cubicBezTo>
                  <a:cubicBezTo>
                    <a:pt x="88012" y="70866"/>
                    <a:pt x="84583" y="75819"/>
                    <a:pt x="80265" y="80264"/>
                  </a:cubicBezTo>
                  <a:cubicBezTo>
                    <a:pt x="75947" y="84710"/>
                    <a:pt x="70740" y="88012"/>
                    <a:pt x="65024" y="90425"/>
                  </a:cubicBezTo>
                  <a:cubicBezTo>
                    <a:pt x="59309" y="92838"/>
                    <a:pt x="53213" y="93981"/>
                    <a:pt x="46990" y="93981"/>
                  </a:cubicBezTo>
                  <a:cubicBezTo>
                    <a:pt x="40767" y="93981"/>
                    <a:pt x="34798" y="92838"/>
                    <a:pt x="28956" y="90425"/>
                  </a:cubicBezTo>
                  <a:cubicBezTo>
                    <a:pt x="23114" y="88012"/>
                    <a:pt x="18161" y="84583"/>
                    <a:pt x="13716" y="80264"/>
                  </a:cubicBezTo>
                  <a:cubicBezTo>
                    <a:pt x="9271" y="75946"/>
                    <a:pt x="5969" y="70739"/>
                    <a:pt x="3556" y="65024"/>
                  </a:cubicBezTo>
                  <a:cubicBezTo>
                    <a:pt x="1143" y="59309"/>
                    <a:pt x="0" y="53213"/>
                    <a:pt x="0" y="46990"/>
                  </a:cubicBezTo>
                  <a:cubicBezTo>
                    <a:pt x="0" y="40767"/>
                    <a:pt x="1143" y="34798"/>
                    <a:pt x="3556" y="28956"/>
                  </a:cubicBezTo>
                  <a:cubicBezTo>
                    <a:pt x="5969" y="23114"/>
                    <a:pt x="9398" y="18161"/>
                    <a:pt x="13716" y="13716"/>
                  </a:cubicBezTo>
                  <a:cubicBezTo>
                    <a:pt x="18034" y="9271"/>
                    <a:pt x="23241" y="5969"/>
                    <a:pt x="28956" y="3556"/>
                  </a:cubicBezTo>
                  <a:cubicBezTo>
                    <a:pt x="34671" y="1143"/>
                    <a:pt x="40767" y="0"/>
                    <a:pt x="46990" y="0"/>
                  </a:cubicBezTo>
                  <a:cubicBezTo>
                    <a:pt x="53213" y="0"/>
                    <a:pt x="59182" y="1143"/>
                    <a:pt x="65024" y="3556"/>
                  </a:cubicBezTo>
                  <a:cubicBezTo>
                    <a:pt x="70867" y="5969"/>
                    <a:pt x="75820" y="9398"/>
                    <a:pt x="80265" y="13716"/>
                  </a:cubicBezTo>
                  <a:cubicBezTo>
                    <a:pt x="84710" y="18034"/>
                    <a:pt x="88012" y="23241"/>
                    <a:pt x="90425" y="28956"/>
                  </a:cubicBezTo>
                  <a:cubicBezTo>
                    <a:pt x="92838" y="34671"/>
                    <a:pt x="93981" y="40767"/>
                    <a:pt x="93981" y="4699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246793" y="4920244"/>
            <a:ext cx="94021" cy="94021"/>
            <a:chOff x="0" y="0"/>
            <a:chExt cx="94018" cy="9401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3981" cy="93981"/>
            </a:xfrm>
            <a:custGeom>
              <a:avLst/>
              <a:gdLst/>
              <a:ahLst/>
              <a:cxnLst/>
              <a:rect l="l" t="t" r="r" b="b"/>
              <a:pathLst>
                <a:path w="93981" h="93981">
                  <a:moveTo>
                    <a:pt x="93981" y="46990"/>
                  </a:moveTo>
                  <a:cubicBezTo>
                    <a:pt x="93981" y="53214"/>
                    <a:pt x="92838" y="59183"/>
                    <a:pt x="90425" y="65025"/>
                  </a:cubicBezTo>
                  <a:cubicBezTo>
                    <a:pt x="88012" y="70867"/>
                    <a:pt x="84583" y="75820"/>
                    <a:pt x="80265" y="80265"/>
                  </a:cubicBezTo>
                  <a:cubicBezTo>
                    <a:pt x="75947" y="84710"/>
                    <a:pt x="70740" y="88012"/>
                    <a:pt x="65024" y="90425"/>
                  </a:cubicBezTo>
                  <a:cubicBezTo>
                    <a:pt x="59309" y="92838"/>
                    <a:pt x="53213" y="93981"/>
                    <a:pt x="46990" y="93981"/>
                  </a:cubicBezTo>
                  <a:cubicBezTo>
                    <a:pt x="40767" y="93981"/>
                    <a:pt x="34798" y="92838"/>
                    <a:pt x="28956" y="90425"/>
                  </a:cubicBezTo>
                  <a:cubicBezTo>
                    <a:pt x="23114" y="88012"/>
                    <a:pt x="18161" y="84583"/>
                    <a:pt x="13716" y="80265"/>
                  </a:cubicBezTo>
                  <a:cubicBezTo>
                    <a:pt x="9271" y="75947"/>
                    <a:pt x="5969" y="70740"/>
                    <a:pt x="3556" y="65025"/>
                  </a:cubicBezTo>
                  <a:cubicBezTo>
                    <a:pt x="1143" y="59310"/>
                    <a:pt x="0" y="53214"/>
                    <a:pt x="0" y="46990"/>
                  </a:cubicBezTo>
                  <a:cubicBezTo>
                    <a:pt x="0" y="40767"/>
                    <a:pt x="1143" y="34798"/>
                    <a:pt x="3556" y="28956"/>
                  </a:cubicBezTo>
                  <a:cubicBezTo>
                    <a:pt x="5969" y="23114"/>
                    <a:pt x="9398" y="18161"/>
                    <a:pt x="13716" y="13716"/>
                  </a:cubicBezTo>
                  <a:cubicBezTo>
                    <a:pt x="18034" y="9271"/>
                    <a:pt x="23241" y="5969"/>
                    <a:pt x="28956" y="3556"/>
                  </a:cubicBezTo>
                  <a:cubicBezTo>
                    <a:pt x="34671" y="1143"/>
                    <a:pt x="40767" y="0"/>
                    <a:pt x="46990" y="0"/>
                  </a:cubicBezTo>
                  <a:cubicBezTo>
                    <a:pt x="53213" y="0"/>
                    <a:pt x="59182" y="1143"/>
                    <a:pt x="65024" y="3556"/>
                  </a:cubicBezTo>
                  <a:cubicBezTo>
                    <a:pt x="70867" y="5969"/>
                    <a:pt x="75820" y="9398"/>
                    <a:pt x="80265" y="13716"/>
                  </a:cubicBezTo>
                  <a:cubicBezTo>
                    <a:pt x="84710" y="18034"/>
                    <a:pt x="88012" y="23241"/>
                    <a:pt x="90425" y="28956"/>
                  </a:cubicBezTo>
                  <a:cubicBezTo>
                    <a:pt x="92838" y="34671"/>
                    <a:pt x="93981" y="40767"/>
                    <a:pt x="93981" y="4699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246793" y="5883916"/>
            <a:ext cx="94021" cy="94021"/>
            <a:chOff x="0" y="0"/>
            <a:chExt cx="94018" cy="9401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3981" cy="93981"/>
            </a:xfrm>
            <a:custGeom>
              <a:avLst/>
              <a:gdLst/>
              <a:ahLst/>
              <a:cxnLst/>
              <a:rect l="l" t="t" r="r" b="b"/>
              <a:pathLst>
                <a:path w="93981" h="93981">
                  <a:moveTo>
                    <a:pt x="93981" y="46990"/>
                  </a:moveTo>
                  <a:cubicBezTo>
                    <a:pt x="93981" y="53213"/>
                    <a:pt x="92838" y="59182"/>
                    <a:pt x="90425" y="65024"/>
                  </a:cubicBezTo>
                  <a:cubicBezTo>
                    <a:pt x="88012" y="70866"/>
                    <a:pt x="84583" y="75819"/>
                    <a:pt x="80265" y="80264"/>
                  </a:cubicBezTo>
                  <a:cubicBezTo>
                    <a:pt x="75947" y="84710"/>
                    <a:pt x="70740" y="88012"/>
                    <a:pt x="65024" y="90425"/>
                  </a:cubicBezTo>
                  <a:cubicBezTo>
                    <a:pt x="59309" y="92838"/>
                    <a:pt x="53213" y="93981"/>
                    <a:pt x="46990" y="93981"/>
                  </a:cubicBezTo>
                  <a:cubicBezTo>
                    <a:pt x="40767" y="93981"/>
                    <a:pt x="34798" y="92838"/>
                    <a:pt x="28956" y="90425"/>
                  </a:cubicBezTo>
                  <a:cubicBezTo>
                    <a:pt x="23114" y="88012"/>
                    <a:pt x="18161" y="84583"/>
                    <a:pt x="13716" y="80264"/>
                  </a:cubicBezTo>
                  <a:cubicBezTo>
                    <a:pt x="9271" y="75946"/>
                    <a:pt x="5969" y="70739"/>
                    <a:pt x="3556" y="65024"/>
                  </a:cubicBezTo>
                  <a:cubicBezTo>
                    <a:pt x="1143" y="59309"/>
                    <a:pt x="0" y="53213"/>
                    <a:pt x="0" y="46990"/>
                  </a:cubicBezTo>
                  <a:cubicBezTo>
                    <a:pt x="0" y="40767"/>
                    <a:pt x="1143" y="34798"/>
                    <a:pt x="3556" y="28956"/>
                  </a:cubicBezTo>
                  <a:cubicBezTo>
                    <a:pt x="5969" y="23114"/>
                    <a:pt x="9398" y="18161"/>
                    <a:pt x="13716" y="13716"/>
                  </a:cubicBezTo>
                  <a:cubicBezTo>
                    <a:pt x="18034" y="9271"/>
                    <a:pt x="23241" y="5969"/>
                    <a:pt x="28956" y="3556"/>
                  </a:cubicBezTo>
                  <a:cubicBezTo>
                    <a:pt x="34671" y="1143"/>
                    <a:pt x="40767" y="0"/>
                    <a:pt x="46990" y="0"/>
                  </a:cubicBezTo>
                  <a:cubicBezTo>
                    <a:pt x="53213" y="0"/>
                    <a:pt x="59182" y="1143"/>
                    <a:pt x="65024" y="3556"/>
                  </a:cubicBezTo>
                  <a:cubicBezTo>
                    <a:pt x="70867" y="5969"/>
                    <a:pt x="75820" y="9398"/>
                    <a:pt x="80265" y="13716"/>
                  </a:cubicBezTo>
                  <a:cubicBezTo>
                    <a:pt x="84710" y="18034"/>
                    <a:pt x="88012" y="23241"/>
                    <a:pt x="90425" y="28956"/>
                  </a:cubicBezTo>
                  <a:cubicBezTo>
                    <a:pt x="92838" y="34671"/>
                    <a:pt x="93981" y="40767"/>
                    <a:pt x="93981" y="4699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246793" y="6306998"/>
            <a:ext cx="94021" cy="94021"/>
            <a:chOff x="0" y="0"/>
            <a:chExt cx="94018" cy="9401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3981" cy="93981"/>
            </a:xfrm>
            <a:custGeom>
              <a:avLst/>
              <a:gdLst/>
              <a:ahLst/>
              <a:cxnLst/>
              <a:rect l="l" t="t" r="r" b="b"/>
              <a:pathLst>
                <a:path w="93981" h="93981">
                  <a:moveTo>
                    <a:pt x="93981" y="46990"/>
                  </a:moveTo>
                  <a:cubicBezTo>
                    <a:pt x="93981" y="53213"/>
                    <a:pt x="92838" y="59182"/>
                    <a:pt x="90425" y="65024"/>
                  </a:cubicBezTo>
                  <a:cubicBezTo>
                    <a:pt x="88012" y="70866"/>
                    <a:pt x="84583" y="75819"/>
                    <a:pt x="80265" y="80264"/>
                  </a:cubicBezTo>
                  <a:cubicBezTo>
                    <a:pt x="75947" y="84710"/>
                    <a:pt x="70740" y="88012"/>
                    <a:pt x="65024" y="90425"/>
                  </a:cubicBezTo>
                  <a:cubicBezTo>
                    <a:pt x="59309" y="92838"/>
                    <a:pt x="53213" y="93981"/>
                    <a:pt x="46990" y="93981"/>
                  </a:cubicBezTo>
                  <a:cubicBezTo>
                    <a:pt x="40767" y="93981"/>
                    <a:pt x="34798" y="92838"/>
                    <a:pt x="28956" y="90425"/>
                  </a:cubicBezTo>
                  <a:cubicBezTo>
                    <a:pt x="23114" y="88012"/>
                    <a:pt x="18161" y="84583"/>
                    <a:pt x="13716" y="80264"/>
                  </a:cubicBezTo>
                  <a:cubicBezTo>
                    <a:pt x="9271" y="75946"/>
                    <a:pt x="5969" y="70739"/>
                    <a:pt x="3556" y="65024"/>
                  </a:cubicBezTo>
                  <a:cubicBezTo>
                    <a:pt x="1143" y="59309"/>
                    <a:pt x="0" y="53213"/>
                    <a:pt x="0" y="46990"/>
                  </a:cubicBezTo>
                  <a:cubicBezTo>
                    <a:pt x="0" y="40767"/>
                    <a:pt x="1143" y="34798"/>
                    <a:pt x="3556" y="28956"/>
                  </a:cubicBezTo>
                  <a:cubicBezTo>
                    <a:pt x="5969" y="23114"/>
                    <a:pt x="9398" y="18161"/>
                    <a:pt x="13716" y="13716"/>
                  </a:cubicBezTo>
                  <a:cubicBezTo>
                    <a:pt x="18034" y="9271"/>
                    <a:pt x="23241" y="5969"/>
                    <a:pt x="28956" y="3556"/>
                  </a:cubicBezTo>
                  <a:cubicBezTo>
                    <a:pt x="34671" y="1143"/>
                    <a:pt x="40767" y="0"/>
                    <a:pt x="46990" y="0"/>
                  </a:cubicBezTo>
                  <a:cubicBezTo>
                    <a:pt x="53213" y="0"/>
                    <a:pt x="59182" y="1143"/>
                    <a:pt x="65024" y="3556"/>
                  </a:cubicBezTo>
                  <a:cubicBezTo>
                    <a:pt x="70867" y="5969"/>
                    <a:pt x="75820" y="9398"/>
                    <a:pt x="80265" y="13716"/>
                  </a:cubicBezTo>
                  <a:cubicBezTo>
                    <a:pt x="84710" y="18034"/>
                    <a:pt x="88012" y="23241"/>
                    <a:pt x="90425" y="28956"/>
                  </a:cubicBezTo>
                  <a:cubicBezTo>
                    <a:pt x="92838" y="34671"/>
                    <a:pt x="93981" y="40767"/>
                    <a:pt x="93981" y="4699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246793" y="6730079"/>
            <a:ext cx="94021" cy="94021"/>
            <a:chOff x="0" y="0"/>
            <a:chExt cx="94018" cy="9401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3981" cy="93981"/>
            </a:xfrm>
            <a:custGeom>
              <a:avLst/>
              <a:gdLst/>
              <a:ahLst/>
              <a:cxnLst/>
              <a:rect l="l" t="t" r="r" b="b"/>
              <a:pathLst>
                <a:path w="93981" h="93981">
                  <a:moveTo>
                    <a:pt x="93981" y="46990"/>
                  </a:moveTo>
                  <a:cubicBezTo>
                    <a:pt x="93981" y="53213"/>
                    <a:pt x="92838" y="59182"/>
                    <a:pt x="90425" y="65024"/>
                  </a:cubicBezTo>
                  <a:cubicBezTo>
                    <a:pt x="88012" y="70866"/>
                    <a:pt x="84583" y="75819"/>
                    <a:pt x="80265" y="80264"/>
                  </a:cubicBezTo>
                  <a:cubicBezTo>
                    <a:pt x="75947" y="84710"/>
                    <a:pt x="70740" y="88012"/>
                    <a:pt x="65024" y="90425"/>
                  </a:cubicBezTo>
                  <a:cubicBezTo>
                    <a:pt x="59309" y="92838"/>
                    <a:pt x="53213" y="93981"/>
                    <a:pt x="46990" y="93981"/>
                  </a:cubicBezTo>
                  <a:cubicBezTo>
                    <a:pt x="40767" y="93981"/>
                    <a:pt x="34798" y="92838"/>
                    <a:pt x="28956" y="90425"/>
                  </a:cubicBezTo>
                  <a:cubicBezTo>
                    <a:pt x="23114" y="88012"/>
                    <a:pt x="18161" y="84583"/>
                    <a:pt x="13716" y="80264"/>
                  </a:cubicBezTo>
                  <a:cubicBezTo>
                    <a:pt x="9271" y="75946"/>
                    <a:pt x="5969" y="70739"/>
                    <a:pt x="3556" y="65024"/>
                  </a:cubicBezTo>
                  <a:cubicBezTo>
                    <a:pt x="1143" y="59309"/>
                    <a:pt x="0" y="53213"/>
                    <a:pt x="0" y="46990"/>
                  </a:cubicBezTo>
                  <a:cubicBezTo>
                    <a:pt x="0" y="40767"/>
                    <a:pt x="1143" y="34798"/>
                    <a:pt x="3556" y="28956"/>
                  </a:cubicBezTo>
                  <a:cubicBezTo>
                    <a:pt x="5969" y="23114"/>
                    <a:pt x="9398" y="18161"/>
                    <a:pt x="13716" y="13716"/>
                  </a:cubicBezTo>
                  <a:cubicBezTo>
                    <a:pt x="18034" y="9271"/>
                    <a:pt x="23241" y="5969"/>
                    <a:pt x="28956" y="3556"/>
                  </a:cubicBezTo>
                  <a:cubicBezTo>
                    <a:pt x="34671" y="1143"/>
                    <a:pt x="40767" y="0"/>
                    <a:pt x="46990" y="0"/>
                  </a:cubicBezTo>
                  <a:cubicBezTo>
                    <a:pt x="53213" y="0"/>
                    <a:pt x="59182" y="1143"/>
                    <a:pt x="65024" y="3556"/>
                  </a:cubicBezTo>
                  <a:cubicBezTo>
                    <a:pt x="70867" y="5969"/>
                    <a:pt x="75820" y="9398"/>
                    <a:pt x="80265" y="13716"/>
                  </a:cubicBezTo>
                  <a:cubicBezTo>
                    <a:pt x="84710" y="18034"/>
                    <a:pt x="88012" y="23241"/>
                    <a:pt x="90425" y="28956"/>
                  </a:cubicBezTo>
                  <a:cubicBezTo>
                    <a:pt x="92838" y="34671"/>
                    <a:pt x="93981" y="40767"/>
                    <a:pt x="93981" y="4699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246793" y="7153151"/>
            <a:ext cx="94021" cy="94021"/>
            <a:chOff x="0" y="0"/>
            <a:chExt cx="94018" cy="9401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3981" cy="93981"/>
            </a:xfrm>
            <a:custGeom>
              <a:avLst/>
              <a:gdLst/>
              <a:ahLst/>
              <a:cxnLst/>
              <a:rect l="l" t="t" r="r" b="b"/>
              <a:pathLst>
                <a:path w="93981" h="93981">
                  <a:moveTo>
                    <a:pt x="93981" y="46990"/>
                  </a:moveTo>
                  <a:cubicBezTo>
                    <a:pt x="93981" y="53213"/>
                    <a:pt x="92838" y="59182"/>
                    <a:pt x="90425" y="65025"/>
                  </a:cubicBezTo>
                  <a:cubicBezTo>
                    <a:pt x="88012" y="70867"/>
                    <a:pt x="84583" y="75820"/>
                    <a:pt x="80265" y="80265"/>
                  </a:cubicBezTo>
                  <a:cubicBezTo>
                    <a:pt x="75947" y="84710"/>
                    <a:pt x="70740" y="88012"/>
                    <a:pt x="65024" y="90425"/>
                  </a:cubicBezTo>
                  <a:cubicBezTo>
                    <a:pt x="59309" y="92838"/>
                    <a:pt x="53213" y="93981"/>
                    <a:pt x="46990" y="93981"/>
                  </a:cubicBezTo>
                  <a:cubicBezTo>
                    <a:pt x="40767" y="93981"/>
                    <a:pt x="34798" y="92838"/>
                    <a:pt x="28956" y="90425"/>
                  </a:cubicBezTo>
                  <a:cubicBezTo>
                    <a:pt x="23114" y="88012"/>
                    <a:pt x="18161" y="84583"/>
                    <a:pt x="13716" y="80265"/>
                  </a:cubicBezTo>
                  <a:cubicBezTo>
                    <a:pt x="9271" y="75947"/>
                    <a:pt x="5969" y="70740"/>
                    <a:pt x="3556" y="65025"/>
                  </a:cubicBezTo>
                  <a:cubicBezTo>
                    <a:pt x="1143" y="59309"/>
                    <a:pt x="0" y="53213"/>
                    <a:pt x="0" y="46990"/>
                  </a:cubicBezTo>
                  <a:cubicBezTo>
                    <a:pt x="0" y="40767"/>
                    <a:pt x="1143" y="34798"/>
                    <a:pt x="3556" y="28956"/>
                  </a:cubicBezTo>
                  <a:cubicBezTo>
                    <a:pt x="5969" y="23114"/>
                    <a:pt x="9398" y="18161"/>
                    <a:pt x="13716" y="13716"/>
                  </a:cubicBezTo>
                  <a:cubicBezTo>
                    <a:pt x="18034" y="9271"/>
                    <a:pt x="23241" y="5969"/>
                    <a:pt x="28956" y="3556"/>
                  </a:cubicBezTo>
                  <a:cubicBezTo>
                    <a:pt x="34671" y="1143"/>
                    <a:pt x="40767" y="0"/>
                    <a:pt x="46990" y="0"/>
                  </a:cubicBezTo>
                  <a:cubicBezTo>
                    <a:pt x="53213" y="0"/>
                    <a:pt x="59182" y="1143"/>
                    <a:pt x="65024" y="3556"/>
                  </a:cubicBezTo>
                  <a:cubicBezTo>
                    <a:pt x="70867" y="5969"/>
                    <a:pt x="75820" y="9398"/>
                    <a:pt x="80265" y="13716"/>
                  </a:cubicBezTo>
                  <a:cubicBezTo>
                    <a:pt x="84710" y="18034"/>
                    <a:pt x="88012" y="23241"/>
                    <a:pt x="90425" y="28956"/>
                  </a:cubicBezTo>
                  <a:cubicBezTo>
                    <a:pt x="92838" y="34671"/>
                    <a:pt x="93981" y="40767"/>
                    <a:pt x="93981" y="4699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246793" y="7576233"/>
            <a:ext cx="94021" cy="94021"/>
            <a:chOff x="0" y="0"/>
            <a:chExt cx="94018" cy="9401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3981" cy="93981"/>
            </a:xfrm>
            <a:custGeom>
              <a:avLst/>
              <a:gdLst/>
              <a:ahLst/>
              <a:cxnLst/>
              <a:rect l="l" t="t" r="r" b="b"/>
              <a:pathLst>
                <a:path w="93981" h="93981">
                  <a:moveTo>
                    <a:pt x="93981" y="46990"/>
                  </a:moveTo>
                  <a:cubicBezTo>
                    <a:pt x="93981" y="53213"/>
                    <a:pt x="92838" y="59182"/>
                    <a:pt x="90425" y="65024"/>
                  </a:cubicBezTo>
                  <a:cubicBezTo>
                    <a:pt x="88012" y="70866"/>
                    <a:pt x="84583" y="75819"/>
                    <a:pt x="80265" y="80264"/>
                  </a:cubicBezTo>
                  <a:cubicBezTo>
                    <a:pt x="75947" y="84710"/>
                    <a:pt x="70740" y="88012"/>
                    <a:pt x="65024" y="90425"/>
                  </a:cubicBezTo>
                  <a:cubicBezTo>
                    <a:pt x="59309" y="92838"/>
                    <a:pt x="53213" y="93981"/>
                    <a:pt x="46990" y="93981"/>
                  </a:cubicBezTo>
                  <a:cubicBezTo>
                    <a:pt x="40767" y="93981"/>
                    <a:pt x="34798" y="92838"/>
                    <a:pt x="28956" y="90425"/>
                  </a:cubicBezTo>
                  <a:cubicBezTo>
                    <a:pt x="23114" y="88012"/>
                    <a:pt x="18161" y="84583"/>
                    <a:pt x="13716" y="80264"/>
                  </a:cubicBezTo>
                  <a:cubicBezTo>
                    <a:pt x="9271" y="75946"/>
                    <a:pt x="5969" y="70739"/>
                    <a:pt x="3556" y="65024"/>
                  </a:cubicBezTo>
                  <a:cubicBezTo>
                    <a:pt x="1143" y="59309"/>
                    <a:pt x="0" y="53213"/>
                    <a:pt x="0" y="46990"/>
                  </a:cubicBezTo>
                  <a:cubicBezTo>
                    <a:pt x="0" y="40767"/>
                    <a:pt x="1143" y="34798"/>
                    <a:pt x="3556" y="28956"/>
                  </a:cubicBezTo>
                  <a:cubicBezTo>
                    <a:pt x="5969" y="23114"/>
                    <a:pt x="9398" y="18161"/>
                    <a:pt x="13716" y="13716"/>
                  </a:cubicBezTo>
                  <a:cubicBezTo>
                    <a:pt x="18034" y="9271"/>
                    <a:pt x="23241" y="5969"/>
                    <a:pt x="28956" y="3556"/>
                  </a:cubicBezTo>
                  <a:cubicBezTo>
                    <a:pt x="34671" y="1143"/>
                    <a:pt x="40767" y="0"/>
                    <a:pt x="46990" y="0"/>
                  </a:cubicBezTo>
                  <a:cubicBezTo>
                    <a:pt x="53213" y="0"/>
                    <a:pt x="59182" y="1143"/>
                    <a:pt x="65024" y="3556"/>
                  </a:cubicBezTo>
                  <a:cubicBezTo>
                    <a:pt x="70867" y="5969"/>
                    <a:pt x="75820" y="9398"/>
                    <a:pt x="80265" y="13716"/>
                  </a:cubicBezTo>
                  <a:cubicBezTo>
                    <a:pt x="84710" y="18034"/>
                    <a:pt x="88012" y="23241"/>
                    <a:pt x="90425" y="28956"/>
                  </a:cubicBezTo>
                  <a:cubicBezTo>
                    <a:pt x="92838" y="34671"/>
                    <a:pt x="93981" y="40767"/>
                    <a:pt x="93981" y="4699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090136" y="1199864"/>
            <a:ext cx="1001840" cy="76010"/>
            <a:chOff x="0" y="0"/>
            <a:chExt cx="1001839" cy="7601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01903" cy="75946"/>
            </a:xfrm>
            <a:custGeom>
              <a:avLst/>
              <a:gdLst/>
              <a:ahLst/>
              <a:cxnLst/>
              <a:rect l="l" t="t" r="r" b="b"/>
              <a:pathLst>
                <a:path w="1001903" h="75946">
                  <a:moveTo>
                    <a:pt x="0" y="75946"/>
                  </a:moveTo>
                  <a:lnTo>
                    <a:pt x="1001903" y="75946"/>
                  </a:lnTo>
                  <a:lnTo>
                    <a:pt x="10019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0" y="0"/>
            <a:ext cx="18288000" cy="89440"/>
            <a:chOff x="0" y="0"/>
            <a:chExt cx="18288000" cy="8943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8288000" cy="89402"/>
            </a:xfrm>
            <a:custGeom>
              <a:avLst/>
              <a:gdLst/>
              <a:ahLst/>
              <a:cxnLst/>
              <a:rect l="l" t="t" r="r" b="b"/>
              <a:pathLst>
                <a:path w="18288000" h="89402">
                  <a:moveTo>
                    <a:pt x="0" y="0"/>
                  </a:moveTo>
                  <a:lnTo>
                    <a:pt x="0" y="89402"/>
                  </a:lnTo>
                  <a:lnTo>
                    <a:pt x="18288000" y="89402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-63503" y="9928317"/>
            <a:ext cx="18414997" cy="422177"/>
            <a:chOff x="0" y="0"/>
            <a:chExt cx="18415000" cy="422186"/>
          </a:xfrm>
        </p:grpSpPr>
        <p:sp>
          <p:nvSpPr>
            <p:cNvPr id="36" name="Freeform 36"/>
            <p:cNvSpPr/>
            <p:nvPr/>
          </p:nvSpPr>
          <p:spPr>
            <a:xfrm>
              <a:off x="63500" y="63501"/>
              <a:ext cx="11940032" cy="295152"/>
            </a:xfrm>
            <a:custGeom>
              <a:avLst/>
              <a:gdLst/>
              <a:ahLst/>
              <a:cxnLst/>
              <a:rect l="l" t="t" r="r" b="b"/>
              <a:pathLst>
                <a:path w="11940032" h="295152">
                  <a:moveTo>
                    <a:pt x="0" y="0"/>
                  </a:moveTo>
                  <a:lnTo>
                    <a:pt x="0" y="295152"/>
                  </a:lnTo>
                  <a:lnTo>
                    <a:pt x="11940032" y="295152"/>
                  </a:lnTo>
                  <a:lnTo>
                    <a:pt x="1194003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11989308" y="63501"/>
              <a:ext cx="6362192" cy="295152"/>
            </a:xfrm>
            <a:custGeom>
              <a:avLst/>
              <a:gdLst/>
              <a:ahLst/>
              <a:cxnLst/>
              <a:rect l="l" t="t" r="r" b="b"/>
              <a:pathLst>
                <a:path w="6362192" h="295152">
                  <a:moveTo>
                    <a:pt x="0" y="0"/>
                  </a:moveTo>
                  <a:lnTo>
                    <a:pt x="0" y="295152"/>
                  </a:lnTo>
                  <a:lnTo>
                    <a:pt x="6362192" y="295152"/>
                  </a:lnTo>
                  <a:lnTo>
                    <a:pt x="636219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38" name="TextBox 38"/>
          <p:cNvSpPr txBox="1"/>
          <p:nvPr/>
        </p:nvSpPr>
        <p:spPr>
          <a:xfrm>
            <a:off x="297180" y="-84334"/>
            <a:ext cx="4851073" cy="906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072A5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IMPLEMENTATION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030799" y="2146030"/>
            <a:ext cx="2948035" cy="302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PROTOTYPE / SYSTEM IMAGE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10483" y="2190283"/>
            <a:ext cx="3552025" cy="2998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1"/>
              </a:lnSpc>
            </a:pPr>
            <a:r>
              <a:rPr lang="en-US" sz="28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Software Technologies Next.js 14</a:t>
            </a:r>
          </a:p>
          <a:p>
            <a:pPr algn="l">
              <a:lnSpc>
                <a:spcPts val="3331"/>
              </a:lnSpc>
            </a:pPr>
            <a:r>
              <a:rPr lang="en-US" sz="28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React</a:t>
            </a:r>
          </a:p>
          <a:p>
            <a:pPr algn="l">
              <a:lnSpc>
                <a:spcPts val="3331"/>
              </a:lnSpc>
            </a:pPr>
            <a:r>
              <a:rPr lang="en-US" sz="28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Tailwind CSS</a:t>
            </a:r>
          </a:p>
          <a:p>
            <a:pPr algn="l">
              <a:lnSpc>
                <a:spcPts val="3331"/>
              </a:lnSpc>
            </a:pPr>
            <a:r>
              <a:rPr lang="en-US" sz="28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Firebase Authentication Google Firestore Firebase Admin SDK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46450" y="5083721"/>
            <a:ext cx="104280" cy="66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85"/>
              </a:lnSpc>
            </a:pPr>
            <a:r>
              <a:rPr lang="en-US" sz="356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10483" y="5692435"/>
            <a:ext cx="4466006" cy="2151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1"/>
              </a:lnSpc>
            </a:pPr>
            <a:r>
              <a:rPr lang="en-US" sz="28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Citizen registration/login Complaint submission</a:t>
            </a:r>
          </a:p>
          <a:p>
            <a:pPr algn="l">
              <a:lnSpc>
                <a:spcPts val="3331"/>
              </a:lnSpc>
            </a:pPr>
            <a:r>
              <a:rPr lang="en-US" sz="28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Photo evidence upload Complaint tracking dashboard Status timeline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0" y="5067167"/>
            <a:ext cx="6046241" cy="679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85"/>
              </a:lnSpc>
            </a:pPr>
            <a:r>
              <a:rPr lang="en-US" sz="356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56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MajorImplementedModules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6633" y="1136361"/>
            <a:ext cx="1128779" cy="203006"/>
          </a:xfrm>
          <a:custGeom>
            <a:avLst/>
            <a:gdLst/>
            <a:ahLst/>
            <a:cxnLst/>
            <a:rect l="l" t="t" r="r" b="b"/>
            <a:pathLst>
              <a:path w="1128779" h="203006">
                <a:moveTo>
                  <a:pt x="0" y="0"/>
                </a:moveTo>
                <a:lnTo>
                  <a:pt x="1128779" y="0"/>
                </a:lnTo>
                <a:lnTo>
                  <a:pt x="1128779" y="203006"/>
                </a:lnTo>
                <a:lnTo>
                  <a:pt x="0" y="2030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3503" y="-63503"/>
            <a:ext cx="18414997" cy="216437"/>
          </a:xfrm>
          <a:custGeom>
            <a:avLst/>
            <a:gdLst/>
            <a:ahLst/>
            <a:cxnLst/>
            <a:rect l="l" t="t" r="r" b="b"/>
            <a:pathLst>
              <a:path w="18414997" h="216437">
                <a:moveTo>
                  <a:pt x="0" y="0"/>
                </a:moveTo>
                <a:lnTo>
                  <a:pt x="18414997" y="0"/>
                </a:lnTo>
                <a:lnTo>
                  <a:pt x="18414997" y="216436"/>
                </a:lnTo>
                <a:lnTo>
                  <a:pt x="0" y="2164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63503" y="9928317"/>
            <a:ext cx="18414997" cy="422177"/>
          </a:xfrm>
          <a:custGeom>
            <a:avLst/>
            <a:gdLst/>
            <a:ahLst/>
            <a:cxnLst/>
            <a:rect l="l" t="t" r="r" b="b"/>
            <a:pathLst>
              <a:path w="18414997" h="422177">
                <a:moveTo>
                  <a:pt x="0" y="0"/>
                </a:moveTo>
                <a:lnTo>
                  <a:pt x="18414997" y="0"/>
                </a:lnTo>
                <a:lnTo>
                  <a:pt x="18414997" y="422177"/>
                </a:lnTo>
                <a:lnTo>
                  <a:pt x="0" y="4221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640050" y="221199"/>
            <a:ext cx="2405405" cy="2424198"/>
            <a:chOff x="0" y="0"/>
            <a:chExt cx="3207207" cy="3232264"/>
          </a:xfrm>
        </p:grpSpPr>
        <p:sp>
          <p:nvSpPr>
            <p:cNvPr id="6" name="Freeform 6" descr="d29fed93-76c3-4798-81b8-a81e8a8402fd.png"/>
            <p:cNvSpPr/>
            <p:nvPr/>
          </p:nvSpPr>
          <p:spPr>
            <a:xfrm>
              <a:off x="0" y="0"/>
              <a:ext cx="3207258" cy="3232277"/>
            </a:xfrm>
            <a:custGeom>
              <a:avLst/>
              <a:gdLst/>
              <a:ahLst/>
              <a:cxnLst/>
              <a:rect l="l" t="t" r="r" b="b"/>
              <a:pathLst>
                <a:path w="3207258" h="3232277">
                  <a:moveTo>
                    <a:pt x="0" y="0"/>
                  </a:moveTo>
                  <a:lnTo>
                    <a:pt x="3207258" y="0"/>
                  </a:lnTo>
                  <a:lnTo>
                    <a:pt x="3207258" y="3232277"/>
                  </a:lnTo>
                  <a:lnTo>
                    <a:pt x="0" y="3232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1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82394" y="1275874"/>
            <a:ext cx="7086600" cy="3848100"/>
            <a:chOff x="0" y="0"/>
            <a:chExt cx="9448800" cy="5130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448800" cy="5130800"/>
            </a:xfrm>
            <a:custGeom>
              <a:avLst/>
              <a:gdLst/>
              <a:ahLst/>
              <a:cxnLst/>
              <a:rect l="l" t="t" r="r" b="b"/>
              <a:pathLst>
                <a:path w="9448800" h="5130800">
                  <a:moveTo>
                    <a:pt x="0" y="0"/>
                  </a:moveTo>
                  <a:lnTo>
                    <a:pt x="9448800" y="0"/>
                  </a:lnTo>
                  <a:lnTo>
                    <a:pt x="9448800" y="5130800"/>
                  </a:lnTo>
                  <a:lnTo>
                    <a:pt x="0" y="513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8991305" y="3556959"/>
            <a:ext cx="8267700" cy="6105525"/>
            <a:chOff x="0" y="0"/>
            <a:chExt cx="11023600" cy="81407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023600" cy="8140700"/>
            </a:xfrm>
            <a:custGeom>
              <a:avLst/>
              <a:gdLst/>
              <a:ahLst/>
              <a:cxnLst/>
              <a:rect l="l" t="t" r="r" b="b"/>
              <a:pathLst>
                <a:path w="11023600" h="8140700">
                  <a:moveTo>
                    <a:pt x="0" y="0"/>
                  </a:moveTo>
                  <a:lnTo>
                    <a:pt x="11023600" y="0"/>
                  </a:lnTo>
                  <a:lnTo>
                    <a:pt x="11023600" y="8140700"/>
                  </a:lnTo>
                  <a:lnTo>
                    <a:pt x="0" y="8140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90136" y="1199864"/>
            <a:ext cx="1001840" cy="76010"/>
            <a:chOff x="0" y="0"/>
            <a:chExt cx="1001839" cy="7601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01903" cy="75946"/>
            </a:xfrm>
            <a:custGeom>
              <a:avLst/>
              <a:gdLst/>
              <a:ahLst/>
              <a:cxnLst/>
              <a:rect l="l" t="t" r="r" b="b"/>
              <a:pathLst>
                <a:path w="1001903" h="75946">
                  <a:moveTo>
                    <a:pt x="0" y="75946"/>
                  </a:moveTo>
                  <a:lnTo>
                    <a:pt x="1001903" y="75946"/>
                  </a:lnTo>
                  <a:lnTo>
                    <a:pt x="10019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0" y="0"/>
            <a:ext cx="18288000" cy="89440"/>
            <a:chOff x="0" y="0"/>
            <a:chExt cx="18288000" cy="8943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288000" cy="89402"/>
            </a:xfrm>
            <a:custGeom>
              <a:avLst/>
              <a:gdLst/>
              <a:ahLst/>
              <a:cxnLst/>
              <a:rect l="l" t="t" r="r" b="b"/>
              <a:pathLst>
                <a:path w="18288000" h="89402">
                  <a:moveTo>
                    <a:pt x="0" y="0"/>
                  </a:moveTo>
                  <a:lnTo>
                    <a:pt x="0" y="89402"/>
                  </a:lnTo>
                  <a:lnTo>
                    <a:pt x="18288000" y="89402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-63503" y="9928317"/>
            <a:ext cx="18414997" cy="422177"/>
            <a:chOff x="0" y="0"/>
            <a:chExt cx="18415000" cy="422186"/>
          </a:xfrm>
        </p:grpSpPr>
        <p:sp>
          <p:nvSpPr>
            <p:cNvPr id="16" name="Freeform 16"/>
            <p:cNvSpPr/>
            <p:nvPr/>
          </p:nvSpPr>
          <p:spPr>
            <a:xfrm>
              <a:off x="63500" y="63501"/>
              <a:ext cx="11940032" cy="295152"/>
            </a:xfrm>
            <a:custGeom>
              <a:avLst/>
              <a:gdLst/>
              <a:ahLst/>
              <a:cxnLst/>
              <a:rect l="l" t="t" r="r" b="b"/>
              <a:pathLst>
                <a:path w="11940032" h="295152">
                  <a:moveTo>
                    <a:pt x="0" y="0"/>
                  </a:moveTo>
                  <a:lnTo>
                    <a:pt x="0" y="295152"/>
                  </a:lnTo>
                  <a:lnTo>
                    <a:pt x="11940032" y="295152"/>
                  </a:lnTo>
                  <a:lnTo>
                    <a:pt x="1194003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11989308" y="63501"/>
              <a:ext cx="6362192" cy="295152"/>
            </a:xfrm>
            <a:custGeom>
              <a:avLst/>
              <a:gdLst/>
              <a:ahLst/>
              <a:cxnLst/>
              <a:rect l="l" t="t" r="r" b="b"/>
              <a:pathLst>
                <a:path w="6362192" h="295152">
                  <a:moveTo>
                    <a:pt x="0" y="0"/>
                  </a:moveTo>
                  <a:lnTo>
                    <a:pt x="0" y="295152"/>
                  </a:lnTo>
                  <a:lnTo>
                    <a:pt x="6362192" y="295152"/>
                  </a:lnTo>
                  <a:lnTo>
                    <a:pt x="636219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815303" y="5071653"/>
            <a:ext cx="4400369" cy="38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Client User Base With AI Chatbot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532919" y="9037882"/>
            <a:ext cx="2292706" cy="38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Admin User page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1440" y="-84334"/>
            <a:ext cx="5861180" cy="906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072A5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RESULTS / PROTOTYPE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384410" y="2146030"/>
            <a:ext cx="1558738" cy="302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SCREENSHOTS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81989" y="6455359"/>
            <a:ext cx="168583" cy="312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6633" y="1136361"/>
            <a:ext cx="1128779" cy="203006"/>
          </a:xfrm>
          <a:custGeom>
            <a:avLst/>
            <a:gdLst/>
            <a:ahLst/>
            <a:cxnLst/>
            <a:rect l="l" t="t" r="r" b="b"/>
            <a:pathLst>
              <a:path w="1128779" h="203006">
                <a:moveTo>
                  <a:pt x="0" y="0"/>
                </a:moveTo>
                <a:lnTo>
                  <a:pt x="1128779" y="0"/>
                </a:lnTo>
                <a:lnTo>
                  <a:pt x="1128779" y="203006"/>
                </a:lnTo>
                <a:lnTo>
                  <a:pt x="0" y="2030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3503" y="-63503"/>
            <a:ext cx="18414997" cy="216437"/>
          </a:xfrm>
          <a:custGeom>
            <a:avLst/>
            <a:gdLst/>
            <a:ahLst/>
            <a:cxnLst/>
            <a:rect l="l" t="t" r="r" b="b"/>
            <a:pathLst>
              <a:path w="18414997" h="216437">
                <a:moveTo>
                  <a:pt x="0" y="0"/>
                </a:moveTo>
                <a:lnTo>
                  <a:pt x="18414997" y="0"/>
                </a:lnTo>
                <a:lnTo>
                  <a:pt x="18414997" y="216436"/>
                </a:lnTo>
                <a:lnTo>
                  <a:pt x="0" y="2164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63503" y="9928317"/>
            <a:ext cx="18414997" cy="422177"/>
          </a:xfrm>
          <a:custGeom>
            <a:avLst/>
            <a:gdLst/>
            <a:ahLst/>
            <a:cxnLst/>
            <a:rect l="l" t="t" r="r" b="b"/>
            <a:pathLst>
              <a:path w="18414997" h="422177">
                <a:moveTo>
                  <a:pt x="0" y="0"/>
                </a:moveTo>
                <a:lnTo>
                  <a:pt x="18414997" y="0"/>
                </a:lnTo>
                <a:lnTo>
                  <a:pt x="18414997" y="422177"/>
                </a:lnTo>
                <a:lnTo>
                  <a:pt x="0" y="4221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906750" y="274320"/>
            <a:ext cx="2175510" cy="2192503"/>
            <a:chOff x="0" y="0"/>
            <a:chExt cx="2900680" cy="2923337"/>
          </a:xfrm>
        </p:grpSpPr>
        <p:sp>
          <p:nvSpPr>
            <p:cNvPr id="6" name="Freeform 6" descr="d29fed93-76c3-4798-81b8-a81e8a8402fd.png"/>
            <p:cNvSpPr/>
            <p:nvPr/>
          </p:nvSpPr>
          <p:spPr>
            <a:xfrm>
              <a:off x="0" y="0"/>
              <a:ext cx="2900680" cy="2923286"/>
            </a:xfrm>
            <a:custGeom>
              <a:avLst/>
              <a:gdLst/>
              <a:ahLst/>
              <a:cxnLst/>
              <a:rect l="l" t="t" r="r" b="b"/>
              <a:pathLst>
                <a:path w="2900680" h="2923286">
                  <a:moveTo>
                    <a:pt x="0" y="0"/>
                  </a:moveTo>
                  <a:lnTo>
                    <a:pt x="2900680" y="0"/>
                  </a:lnTo>
                  <a:lnTo>
                    <a:pt x="2900680" y="2923286"/>
                  </a:lnTo>
                  <a:lnTo>
                    <a:pt x="0" y="29232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1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579615" y="2678106"/>
            <a:ext cx="97765" cy="97765"/>
            <a:chOff x="0" y="0"/>
            <a:chExt cx="97765" cy="977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7787" cy="97660"/>
            </a:xfrm>
            <a:custGeom>
              <a:avLst/>
              <a:gdLst/>
              <a:ahLst/>
              <a:cxnLst/>
              <a:rect l="l" t="t" r="r" b="b"/>
              <a:pathLst>
                <a:path w="97787" h="97660">
                  <a:moveTo>
                    <a:pt x="97787" y="48893"/>
                  </a:moveTo>
                  <a:cubicBezTo>
                    <a:pt x="97787" y="55370"/>
                    <a:pt x="96517" y="61593"/>
                    <a:pt x="94104" y="67562"/>
                  </a:cubicBezTo>
                  <a:cubicBezTo>
                    <a:pt x="91691" y="73531"/>
                    <a:pt x="88135" y="78865"/>
                    <a:pt x="83563" y="83436"/>
                  </a:cubicBezTo>
                  <a:cubicBezTo>
                    <a:pt x="78992" y="88008"/>
                    <a:pt x="73658" y="91564"/>
                    <a:pt x="67689" y="93977"/>
                  </a:cubicBezTo>
                  <a:cubicBezTo>
                    <a:pt x="61720" y="96390"/>
                    <a:pt x="55497" y="97660"/>
                    <a:pt x="49021" y="97660"/>
                  </a:cubicBezTo>
                  <a:cubicBezTo>
                    <a:pt x="42544" y="97660"/>
                    <a:pt x="36321" y="96390"/>
                    <a:pt x="30352" y="93977"/>
                  </a:cubicBezTo>
                  <a:cubicBezTo>
                    <a:pt x="24383" y="91564"/>
                    <a:pt x="19049" y="88008"/>
                    <a:pt x="14478" y="83436"/>
                  </a:cubicBezTo>
                  <a:cubicBezTo>
                    <a:pt x="9906" y="78865"/>
                    <a:pt x="6223" y="73531"/>
                    <a:pt x="3683" y="67562"/>
                  </a:cubicBezTo>
                  <a:cubicBezTo>
                    <a:pt x="1143" y="61593"/>
                    <a:pt x="0" y="55370"/>
                    <a:pt x="0" y="48893"/>
                  </a:cubicBezTo>
                  <a:cubicBezTo>
                    <a:pt x="0" y="42417"/>
                    <a:pt x="1270" y="36194"/>
                    <a:pt x="3683" y="30225"/>
                  </a:cubicBezTo>
                  <a:cubicBezTo>
                    <a:pt x="6096" y="24256"/>
                    <a:pt x="9652" y="18922"/>
                    <a:pt x="14224" y="14351"/>
                  </a:cubicBezTo>
                  <a:cubicBezTo>
                    <a:pt x="18795" y="9779"/>
                    <a:pt x="24129" y="6223"/>
                    <a:pt x="30225" y="3683"/>
                  </a:cubicBezTo>
                  <a:cubicBezTo>
                    <a:pt x="36321" y="1143"/>
                    <a:pt x="42417" y="0"/>
                    <a:pt x="48894" y="0"/>
                  </a:cubicBezTo>
                  <a:cubicBezTo>
                    <a:pt x="55370" y="0"/>
                    <a:pt x="61593" y="1270"/>
                    <a:pt x="67562" y="3683"/>
                  </a:cubicBezTo>
                  <a:cubicBezTo>
                    <a:pt x="73531" y="6096"/>
                    <a:pt x="78865" y="9652"/>
                    <a:pt x="83437" y="14224"/>
                  </a:cubicBezTo>
                  <a:cubicBezTo>
                    <a:pt x="88008" y="18795"/>
                    <a:pt x="91564" y="24129"/>
                    <a:pt x="93977" y="30098"/>
                  </a:cubicBezTo>
                  <a:cubicBezTo>
                    <a:pt x="96390" y="36067"/>
                    <a:pt x="97660" y="42290"/>
                    <a:pt x="97660" y="4876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579615" y="3069174"/>
            <a:ext cx="97765" cy="97765"/>
            <a:chOff x="0" y="0"/>
            <a:chExt cx="97765" cy="9776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7787" cy="97660"/>
            </a:xfrm>
            <a:custGeom>
              <a:avLst/>
              <a:gdLst/>
              <a:ahLst/>
              <a:cxnLst/>
              <a:rect l="l" t="t" r="r" b="b"/>
              <a:pathLst>
                <a:path w="97787" h="97660">
                  <a:moveTo>
                    <a:pt x="97787" y="48893"/>
                  </a:moveTo>
                  <a:cubicBezTo>
                    <a:pt x="97787" y="55370"/>
                    <a:pt x="96517" y="61593"/>
                    <a:pt x="94104" y="67562"/>
                  </a:cubicBezTo>
                  <a:cubicBezTo>
                    <a:pt x="91691" y="73531"/>
                    <a:pt x="88135" y="78865"/>
                    <a:pt x="83563" y="83436"/>
                  </a:cubicBezTo>
                  <a:cubicBezTo>
                    <a:pt x="78992" y="88008"/>
                    <a:pt x="73658" y="91564"/>
                    <a:pt x="67689" y="93977"/>
                  </a:cubicBezTo>
                  <a:cubicBezTo>
                    <a:pt x="61720" y="96390"/>
                    <a:pt x="55497" y="97660"/>
                    <a:pt x="49021" y="97660"/>
                  </a:cubicBezTo>
                  <a:cubicBezTo>
                    <a:pt x="42544" y="97660"/>
                    <a:pt x="36321" y="96390"/>
                    <a:pt x="30352" y="93977"/>
                  </a:cubicBezTo>
                  <a:cubicBezTo>
                    <a:pt x="24383" y="91564"/>
                    <a:pt x="19049" y="88008"/>
                    <a:pt x="14478" y="83436"/>
                  </a:cubicBezTo>
                  <a:cubicBezTo>
                    <a:pt x="9906" y="78865"/>
                    <a:pt x="6223" y="73531"/>
                    <a:pt x="3683" y="67562"/>
                  </a:cubicBezTo>
                  <a:cubicBezTo>
                    <a:pt x="1143" y="61593"/>
                    <a:pt x="0" y="55370"/>
                    <a:pt x="0" y="48893"/>
                  </a:cubicBezTo>
                  <a:cubicBezTo>
                    <a:pt x="0" y="42417"/>
                    <a:pt x="1270" y="36194"/>
                    <a:pt x="3683" y="30225"/>
                  </a:cubicBezTo>
                  <a:cubicBezTo>
                    <a:pt x="6096" y="24256"/>
                    <a:pt x="9652" y="18922"/>
                    <a:pt x="14224" y="14351"/>
                  </a:cubicBezTo>
                  <a:cubicBezTo>
                    <a:pt x="18795" y="9779"/>
                    <a:pt x="24129" y="6223"/>
                    <a:pt x="30225" y="3683"/>
                  </a:cubicBezTo>
                  <a:cubicBezTo>
                    <a:pt x="36321" y="1143"/>
                    <a:pt x="42417" y="0"/>
                    <a:pt x="48894" y="0"/>
                  </a:cubicBezTo>
                  <a:cubicBezTo>
                    <a:pt x="55370" y="0"/>
                    <a:pt x="61593" y="1270"/>
                    <a:pt x="67562" y="3683"/>
                  </a:cubicBezTo>
                  <a:cubicBezTo>
                    <a:pt x="73531" y="6096"/>
                    <a:pt x="78865" y="9652"/>
                    <a:pt x="83437" y="14224"/>
                  </a:cubicBezTo>
                  <a:cubicBezTo>
                    <a:pt x="88008" y="18795"/>
                    <a:pt x="91564" y="24129"/>
                    <a:pt x="93977" y="30098"/>
                  </a:cubicBezTo>
                  <a:cubicBezTo>
                    <a:pt x="96390" y="36067"/>
                    <a:pt x="97660" y="42290"/>
                    <a:pt x="97660" y="4876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579615" y="3460252"/>
            <a:ext cx="97765" cy="97765"/>
            <a:chOff x="0" y="0"/>
            <a:chExt cx="97765" cy="9776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7787" cy="97660"/>
            </a:xfrm>
            <a:custGeom>
              <a:avLst/>
              <a:gdLst/>
              <a:ahLst/>
              <a:cxnLst/>
              <a:rect l="l" t="t" r="r" b="b"/>
              <a:pathLst>
                <a:path w="97787" h="97660">
                  <a:moveTo>
                    <a:pt x="97787" y="48893"/>
                  </a:moveTo>
                  <a:cubicBezTo>
                    <a:pt x="97787" y="55370"/>
                    <a:pt x="96517" y="61593"/>
                    <a:pt x="94104" y="67562"/>
                  </a:cubicBezTo>
                  <a:cubicBezTo>
                    <a:pt x="91691" y="73531"/>
                    <a:pt x="88135" y="78865"/>
                    <a:pt x="83563" y="83436"/>
                  </a:cubicBezTo>
                  <a:cubicBezTo>
                    <a:pt x="78992" y="88008"/>
                    <a:pt x="73658" y="91564"/>
                    <a:pt x="67689" y="93977"/>
                  </a:cubicBezTo>
                  <a:cubicBezTo>
                    <a:pt x="61720" y="96390"/>
                    <a:pt x="55497" y="97660"/>
                    <a:pt x="49021" y="97660"/>
                  </a:cubicBezTo>
                  <a:cubicBezTo>
                    <a:pt x="42544" y="97660"/>
                    <a:pt x="36321" y="96390"/>
                    <a:pt x="30352" y="93977"/>
                  </a:cubicBezTo>
                  <a:cubicBezTo>
                    <a:pt x="24383" y="91564"/>
                    <a:pt x="19049" y="88008"/>
                    <a:pt x="14478" y="83436"/>
                  </a:cubicBezTo>
                  <a:cubicBezTo>
                    <a:pt x="9906" y="78865"/>
                    <a:pt x="6223" y="73531"/>
                    <a:pt x="3683" y="67562"/>
                  </a:cubicBezTo>
                  <a:cubicBezTo>
                    <a:pt x="1143" y="61593"/>
                    <a:pt x="0" y="55370"/>
                    <a:pt x="0" y="48893"/>
                  </a:cubicBezTo>
                  <a:cubicBezTo>
                    <a:pt x="0" y="42417"/>
                    <a:pt x="1270" y="36194"/>
                    <a:pt x="3683" y="30225"/>
                  </a:cubicBezTo>
                  <a:cubicBezTo>
                    <a:pt x="6096" y="24256"/>
                    <a:pt x="9652" y="18922"/>
                    <a:pt x="14224" y="14351"/>
                  </a:cubicBezTo>
                  <a:cubicBezTo>
                    <a:pt x="18795" y="9779"/>
                    <a:pt x="24129" y="6223"/>
                    <a:pt x="30225" y="3683"/>
                  </a:cubicBezTo>
                  <a:cubicBezTo>
                    <a:pt x="36321" y="1143"/>
                    <a:pt x="42417" y="0"/>
                    <a:pt x="48894" y="0"/>
                  </a:cubicBezTo>
                  <a:cubicBezTo>
                    <a:pt x="55370" y="0"/>
                    <a:pt x="61593" y="1270"/>
                    <a:pt x="67562" y="3683"/>
                  </a:cubicBezTo>
                  <a:cubicBezTo>
                    <a:pt x="73531" y="6096"/>
                    <a:pt x="78865" y="9652"/>
                    <a:pt x="83437" y="14224"/>
                  </a:cubicBezTo>
                  <a:cubicBezTo>
                    <a:pt x="88008" y="18795"/>
                    <a:pt x="91564" y="24129"/>
                    <a:pt x="93977" y="30098"/>
                  </a:cubicBezTo>
                  <a:cubicBezTo>
                    <a:pt x="96390" y="36067"/>
                    <a:pt x="97660" y="42290"/>
                    <a:pt x="97660" y="4876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579615" y="4242387"/>
            <a:ext cx="97765" cy="97765"/>
            <a:chOff x="0" y="0"/>
            <a:chExt cx="97765" cy="9776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7787" cy="97660"/>
            </a:xfrm>
            <a:custGeom>
              <a:avLst/>
              <a:gdLst/>
              <a:ahLst/>
              <a:cxnLst/>
              <a:rect l="l" t="t" r="r" b="b"/>
              <a:pathLst>
                <a:path w="97787" h="97660">
                  <a:moveTo>
                    <a:pt x="97787" y="48894"/>
                  </a:moveTo>
                  <a:cubicBezTo>
                    <a:pt x="97787" y="55370"/>
                    <a:pt x="96517" y="61593"/>
                    <a:pt x="94104" y="67562"/>
                  </a:cubicBezTo>
                  <a:cubicBezTo>
                    <a:pt x="91691" y="73531"/>
                    <a:pt x="88135" y="78865"/>
                    <a:pt x="83563" y="83437"/>
                  </a:cubicBezTo>
                  <a:cubicBezTo>
                    <a:pt x="78992" y="88009"/>
                    <a:pt x="73658" y="91564"/>
                    <a:pt x="67689" y="93977"/>
                  </a:cubicBezTo>
                  <a:cubicBezTo>
                    <a:pt x="61720" y="96390"/>
                    <a:pt x="55497" y="97660"/>
                    <a:pt x="49021" y="97660"/>
                  </a:cubicBezTo>
                  <a:cubicBezTo>
                    <a:pt x="42544" y="97660"/>
                    <a:pt x="36321" y="96390"/>
                    <a:pt x="30352" y="93977"/>
                  </a:cubicBezTo>
                  <a:cubicBezTo>
                    <a:pt x="24383" y="91564"/>
                    <a:pt x="19049" y="88009"/>
                    <a:pt x="14478" y="83437"/>
                  </a:cubicBezTo>
                  <a:cubicBezTo>
                    <a:pt x="9906" y="78865"/>
                    <a:pt x="6223" y="73531"/>
                    <a:pt x="3683" y="67562"/>
                  </a:cubicBezTo>
                  <a:cubicBezTo>
                    <a:pt x="1143" y="61593"/>
                    <a:pt x="0" y="55370"/>
                    <a:pt x="0" y="48894"/>
                  </a:cubicBezTo>
                  <a:cubicBezTo>
                    <a:pt x="0" y="42417"/>
                    <a:pt x="1270" y="36194"/>
                    <a:pt x="3683" y="30225"/>
                  </a:cubicBezTo>
                  <a:cubicBezTo>
                    <a:pt x="6096" y="24256"/>
                    <a:pt x="9652" y="18922"/>
                    <a:pt x="14224" y="14351"/>
                  </a:cubicBezTo>
                  <a:cubicBezTo>
                    <a:pt x="18795" y="9779"/>
                    <a:pt x="24129" y="6223"/>
                    <a:pt x="30225" y="3683"/>
                  </a:cubicBezTo>
                  <a:cubicBezTo>
                    <a:pt x="36321" y="1143"/>
                    <a:pt x="42417" y="0"/>
                    <a:pt x="48894" y="0"/>
                  </a:cubicBezTo>
                  <a:cubicBezTo>
                    <a:pt x="55370" y="0"/>
                    <a:pt x="61593" y="1270"/>
                    <a:pt x="67562" y="3683"/>
                  </a:cubicBezTo>
                  <a:cubicBezTo>
                    <a:pt x="73531" y="6096"/>
                    <a:pt x="78865" y="9652"/>
                    <a:pt x="83437" y="14224"/>
                  </a:cubicBezTo>
                  <a:cubicBezTo>
                    <a:pt x="88008" y="18795"/>
                    <a:pt x="91564" y="24129"/>
                    <a:pt x="93977" y="30098"/>
                  </a:cubicBezTo>
                  <a:cubicBezTo>
                    <a:pt x="96390" y="36067"/>
                    <a:pt x="97660" y="42290"/>
                    <a:pt x="97660" y="4876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579615" y="4633455"/>
            <a:ext cx="97765" cy="97765"/>
            <a:chOff x="0" y="0"/>
            <a:chExt cx="97765" cy="9776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7787" cy="97660"/>
            </a:xfrm>
            <a:custGeom>
              <a:avLst/>
              <a:gdLst/>
              <a:ahLst/>
              <a:cxnLst/>
              <a:rect l="l" t="t" r="r" b="b"/>
              <a:pathLst>
                <a:path w="97787" h="97660">
                  <a:moveTo>
                    <a:pt x="97787" y="48893"/>
                  </a:moveTo>
                  <a:cubicBezTo>
                    <a:pt x="97787" y="55370"/>
                    <a:pt x="96517" y="61593"/>
                    <a:pt x="94104" y="67562"/>
                  </a:cubicBezTo>
                  <a:cubicBezTo>
                    <a:pt x="91691" y="73531"/>
                    <a:pt x="88135" y="78865"/>
                    <a:pt x="83563" y="83436"/>
                  </a:cubicBezTo>
                  <a:cubicBezTo>
                    <a:pt x="78992" y="88008"/>
                    <a:pt x="73658" y="91564"/>
                    <a:pt x="67689" y="93977"/>
                  </a:cubicBezTo>
                  <a:cubicBezTo>
                    <a:pt x="61720" y="96390"/>
                    <a:pt x="55497" y="97660"/>
                    <a:pt x="49021" y="97660"/>
                  </a:cubicBezTo>
                  <a:cubicBezTo>
                    <a:pt x="42544" y="97660"/>
                    <a:pt x="36321" y="96390"/>
                    <a:pt x="30352" y="93977"/>
                  </a:cubicBezTo>
                  <a:cubicBezTo>
                    <a:pt x="24383" y="91564"/>
                    <a:pt x="19049" y="88008"/>
                    <a:pt x="14478" y="83436"/>
                  </a:cubicBezTo>
                  <a:cubicBezTo>
                    <a:pt x="9906" y="78865"/>
                    <a:pt x="6223" y="73531"/>
                    <a:pt x="3683" y="67562"/>
                  </a:cubicBezTo>
                  <a:cubicBezTo>
                    <a:pt x="1143" y="61593"/>
                    <a:pt x="0" y="55370"/>
                    <a:pt x="0" y="48893"/>
                  </a:cubicBezTo>
                  <a:cubicBezTo>
                    <a:pt x="0" y="42417"/>
                    <a:pt x="1270" y="36194"/>
                    <a:pt x="3683" y="30225"/>
                  </a:cubicBezTo>
                  <a:cubicBezTo>
                    <a:pt x="6096" y="24256"/>
                    <a:pt x="9652" y="18922"/>
                    <a:pt x="14224" y="14351"/>
                  </a:cubicBezTo>
                  <a:cubicBezTo>
                    <a:pt x="18795" y="9779"/>
                    <a:pt x="24129" y="6223"/>
                    <a:pt x="30225" y="3683"/>
                  </a:cubicBezTo>
                  <a:cubicBezTo>
                    <a:pt x="36321" y="1143"/>
                    <a:pt x="42417" y="0"/>
                    <a:pt x="48894" y="0"/>
                  </a:cubicBezTo>
                  <a:cubicBezTo>
                    <a:pt x="55370" y="0"/>
                    <a:pt x="61593" y="1270"/>
                    <a:pt x="67562" y="3683"/>
                  </a:cubicBezTo>
                  <a:cubicBezTo>
                    <a:pt x="73531" y="6096"/>
                    <a:pt x="78865" y="9652"/>
                    <a:pt x="83437" y="14224"/>
                  </a:cubicBezTo>
                  <a:cubicBezTo>
                    <a:pt x="88008" y="18795"/>
                    <a:pt x="91564" y="24129"/>
                    <a:pt x="93977" y="30098"/>
                  </a:cubicBezTo>
                  <a:cubicBezTo>
                    <a:pt x="96390" y="36067"/>
                    <a:pt x="97660" y="42290"/>
                    <a:pt x="97660" y="4876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579615" y="5024523"/>
            <a:ext cx="97765" cy="97765"/>
            <a:chOff x="0" y="0"/>
            <a:chExt cx="97765" cy="9776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7787" cy="97660"/>
            </a:xfrm>
            <a:custGeom>
              <a:avLst/>
              <a:gdLst/>
              <a:ahLst/>
              <a:cxnLst/>
              <a:rect l="l" t="t" r="r" b="b"/>
              <a:pathLst>
                <a:path w="97787" h="97660">
                  <a:moveTo>
                    <a:pt x="97787" y="48893"/>
                  </a:moveTo>
                  <a:cubicBezTo>
                    <a:pt x="97787" y="55370"/>
                    <a:pt x="96517" y="61593"/>
                    <a:pt x="94104" y="67562"/>
                  </a:cubicBezTo>
                  <a:cubicBezTo>
                    <a:pt x="91691" y="73531"/>
                    <a:pt x="88135" y="78865"/>
                    <a:pt x="83563" y="83436"/>
                  </a:cubicBezTo>
                  <a:cubicBezTo>
                    <a:pt x="78992" y="88008"/>
                    <a:pt x="73658" y="91564"/>
                    <a:pt x="67689" y="93977"/>
                  </a:cubicBezTo>
                  <a:cubicBezTo>
                    <a:pt x="61720" y="96390"/>
                    <a:pt x="55497" y="97660"/>
                    <a:pt x="49021" y="97660"/>
                  </a:cubicBezTo>
                  <a:cubicBezTo>
                    <a:pt x="42544" y="97660"/>
                    <a:pt x="36321" y="96390"/>
                    <a:pt x="30352" y="93977"/>
                  </a:cubicBezTo>
                  <a:cubicBezTo>
                    <a:pt x="24383" y="91564"/>
                    <a:pt x="19049" y="88008"/>
                    <a:pt x="14478" y="83436"/>
                  </a:cubicBezTo>
                  <a:cubicBezTo>
                    <a:pt x="9906" y="78865"/>
                    <a:pt x="6223" y="73531"/>
                    <a:pt x="3683" y="67562"/>
                  </a:cubicBezTo>
                  <a:cubicBezTo>
                    <a:pt x="1143" y="61593"/>
                    <a:pt x="0" y="55370"/>
                    <a:pt x="0" y="48893"/>
                  </a:cubicBezTo>
                  <a:cubicBezTo>
                    <a:pt x="0" y="42417"/>
                    <a:pt x="1270" y="36194"/>
                    <a:pt x="3683" y="30225"/>
                  </a:cubicBezTo>
                  <a:cubicBezTo>
                    <a:pt x="6096" y="24256"/>
                    <a:pt x="9652" y="18922"/>
                    <a:pt x="14224" y="14351"/>
                  </a:cubicBezTo>
                  <a:cubicBezTo>
                    <a:pt x="18795" y="9779"/>
                    <a:pt x="24129" y="6223"/>
                    <a:pt x="30225" y="3683"/>
                  </a:cubicBezTo>
                  <a:cubicBezTo>
                    <a:pt x="36321" y="1143"/>
                    <a:pt x="42417" y="0"/>
                    <a:pt x="48894" y="0"/>
                  </a:cubicBezTo>
                  <a:cubicBezTo>
                    <a:pt x="55370" y="0"/>
                    <a:pt x="61593" y="1270"/>
                    <a:pt x="67562" y="3683"/>
                  </a:cubicBezTo>
                  <a:cubicBezTo>
                    <a:pt x="73531" y="6096"/>
                    <a:pt x="78865" y="9652"/>
                    <a:pt x="83437" y="14224"/>
                  </a:cubicBezTo>
                  <a:cubicBezTo>
                    <a:pt x="88008" y="18795"/>
                    <a:pt x="91564" y="24129"/>
                    <a:pt x="93977" y="30098"/>
                  </a:cubicBezTo>
                  <a:cubicBezTo>
                    <a:pt x="96390" y="36067"/>
                    <a:pt x="97660" y="42290"/>
                    <a:pt x="97660" y="4876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579615" y="5871848"/>
            <a:ext cx="97765" cy="97765"/>
            <a:chOff x="0" y="0"/>
            <a:chExt cx="97765" cy="9776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7787" cy="97660"/>
            </a:xfrm>
            <a:custGeom>
              <a:avLst/>
              <a:gdLst/>
              <a:ahLst/>
              <a:cxnLst/>
              <a:rect l="l" t="t" r="r" b="b"/>
              <a:pathLst>
                <a:path w="97787" h="97660">
                  <a:moveTo>
                    <a:pt x="97787" y="48894"/>
                  </a:moveTo>
                  <a:cubicBezTo>
                    <a:pt x="97787" y="55370"/>
                    <a:pt x="96517" y="61593"/>
                    <a:pt x="94104" y="67562"/>
                  </a:cubicBezTo>
                  <a:cubicBezTo>
                    <a:pt x="91691" y="73531"/>
                    <a:pt x="88135" y="78865"/>
                    <a:pt x="83563" y="83437"/>
                  </a:cubicBezTo>
                  <a:cubicBezTo>
                    <a:pt x="78992" y="88009"/>
                    <a:pt x="73658" y="91564"/>
                    <a:pt x="67689" y="93977"/>
                  </a:cubicBezTo>
                  <a:cubicBezTo>
                    <a:pt x="61720" y="96390"/>
                    <a:pt x="55497" y="97660"/>
                    <a:pt x="49021" y="97660"/>
                  </a:cubicBezTo>
                  <a:cubicBezTo>
                    <a:pt x="42544" y="97660"/>
                    <a:pt x="36321" y="96390"/>
                    <a:pt x="30352" y="93977"/>
                  </a:cubicBezTo>
                  <a:cubicBezTo>
                    <a:pt x="24383" y="91564"/>
                    <a:pt x="19049" y="88009"/>
                    <a:pt x="14478" y="83437"/>
                  </a:cubicBezTo>
                  <a:cubicBezTo>
                    <a:pt x="9906" y="78865"/>
                    <a:pt x="6223" y="73531"/>
                    <a:pt x="3683" y="67562"/>
                  </a:cubicBezTo>
                  <a:cubicBezTo>
                    <a:pt x="1143" y="61593"/>
                    <a:pt x="0" y="55370"/>
                    <a:pt x="0" y="48894"/>
                  </a:cubicBezTo>
                  <a:cubicBezTo>
                    <a:pt x="0" y="42417"/>
                    <a:pt x="1270" y="36194"/>
                    <a:pt x="3683" y="30225"/>
                  </a:cubicBezTo>
                  <a:cubicBezTo>
                    <a:pt x="6096" y="24256"/>
                    <a:pt x="9652" y="18922"/>
                    <a:pt x="14224" y="14351"/>
                  </a:cubicBezTo>
                  <a:cubicBezTo>
                    <a:pt x="18795" y="9779"/>
                    <a:pt x="24129" y="6223"/>
                    <a:pt x="30225" y="3683"/>
                  </a:cubicBezTo>
                  <a:cubicBezTo>
                    <a:pt x="36321" y="1143"/>
                    <a:pt x="42417" y="0"/>
                    <a:pt x="48894" y="0"/>
                  </a:cubicBezTo>
                  <a:cubicBezTo>
                    <a:pt x="55370" y="0"/>
                    <a:pt x="61593" y="1270"/>
                    <a:pt x="67562" y="3683"/>
                  </a:cubicBezTo>
                  <a:cubicBezTo>
                    <a:pt x="73531" y="6096"/>
                    <a:pt x="78865" y="9652"/>
                    <a:pt x="83437" y="14224"/>
                  </a:cubicBezTo>
                  <a:cubicBezTo>
                    <a:pt x="88008" y="18795"/>
                    <a:pt x="91564" y="24129"/>
                    <a:pt x="93977" y="30098"/>
                  </a:cubicBezTo>
                  <a:cubicBezTo>
                    <a:pt x="96390" y="36067"/>
                    <a:pt x="97660" y="42290"/>
                    <a:pt x="97660" y="4876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579615" y="6262916"/>
            <a:ext cx="97765" cy="97765"/>
            <a:chOff x="0" y="0"/>
            <a:chExt cx="97765" cy="9776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7787" cy="97660"/>
            </a:xfrm>
            <a:custGeom>
              <a:avLst/>
              <a:gdLst/>
              <a:ahLst/>
              <a:cxnLst/>
              <a:rect l="l" t="t" r="r" b="b"/>
              <a:pathLst>
                <a:path w="97787" h="97660">
                  <a:moveTo>
                    <a:pt x="97787" y="48893"/>
                  </a:moveTo>
                  <a:cubicBezTo>
                    <a:pt x="97787" y="55370"/>
                    <a:pt x="96517" y="61593"/>
                    <a:pt x="94104" y="67562"/>
                  </a:cubicBezTo>
                  <a:cubicBezTo>
                    <a:pt x="91691" y="73531"/>
                    <a:pt x="88135" y="78865"/>
                    <a:pt x="83563" y="83436"/>
                  </a:cubicBezTo>
                  <a:cubicBezTo>
                    <a:pt x="78992" y="88008"/>
                    <a:pt x="73658" y="91564"/>
                    <a:pt x="67689" y="93977"/>
                  </a:cubicBezTo>
                  <a:cubicBezTo>
                    <a:pt x="61720" y="96390"/>
                    <a:pt x="55497" y="97660"/>
                    <a:pt x="49021" y="97660"/>
                  </a:cubicBezTo>
                  <a:cubicBezTo>
                    <a:pt x="42544" y="97660"/>
                    <a:pt x="36321" y="96390"/>
                    <a:pt x="30352" y="93977"/>
                  </a:cubicBezTo>
                  <a:cubicBezTo>
                    <a:pt x="24383" y="91564"/>
                    <a:pt x="19049" y="88008"/>
                    <a:pt x="14478" y="83436"/>
                  </a:cubicBezTo>
                  <a:cubicBezTo>
                    <a:pt x="9906" y="78865"/>
                    <a:pt x="6223" y="73531"/>
                    <a:pt x="3683" y="67562"/>
                  </a:cubicBezTo>
                  <a:cubicBezTo>
                    <a:pt x="1143" y="61593"/>
                    <a:pt x="0" y="55370"/>
                    <a:pt x="0" y="48893"/>
                  </a:cubicBezTo>
                  <a:cubicBezTo>
                    <a:pt x="0" y="42417"/>
                    <a:pt x="1270" y="36194"/>
                    <a:pt x="3683" y="30225"/>
                  </a:cubicBezTo>
                  <a:cubicBezTo>
                    <a:pt x="6096" y="24256"/>
                    <a:pt x="9652" y="18922"/>
                    <a:pt x="14224" y="14351"/>
                  </a:cubicBezTo>
                  <a:cubicBezTo>
                    <a:pt x="18795" y="9779"/>
                    <a:pt x="24129" y="6223"/>
                    <a:pt x="30225" y="3683"/>
                  </a:cubicBezTo>
                  <a:cubicBezTo>
                    <a:pt x="36321" y="1143"/>
                    <a:pt x="42417" y="0"/>
                    <a:pt x="48894" y="0"/>
                  </a:cubicBezTo>
                  <a:cubicBezTo>
                    <a:pt x="55370" y="0"/>
                    <a:pt x="61593" y="1270"/>
                    <a:pt x="67562" y="3683"/>
                  </a:cubicBezTo>
                  <a:cubicBezTo>
                    <a:pt x="73531" y="6096"/>
                    <a:pt x="78865" y="9652"/>
                    <a:pt x="83437" y="14224"/>
                  </a:cubicBezTo>
                  <a:cubicBezTo>
                    <a:pt x="88008" y="18795"/>
                    <a:pt x="91564" y="24129"/>
                    <a:pt x="93977" y="30098"/>
                  </a:cubicBezTo>
                  <a:cubicBezTo>
                    <a:pt x="96390" y="36067"/>
                    <a:pt x="97660" y="42290"/>
                    <a:pt x="97660" y="4876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579615" y="6653984"/>
            <a:ext cx="97765" cy="97765"/>
            <a:chOff x="0" y="0"/>
            <a:chExt cx="97765" cy="9776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7787" cy="97660"/>
            </a:xfrm>
            <a:custGeom>
              <a:avLst/>
              <a:gdLst/>
              <a:ahLst/>
              <a:cxnLst/>
              <a:rect l="l" t="t" r="r" b="b"/>
              <a:pathLst>
                <a:path w="97787" h="97660">
                  <a:moveTo>
                    <a:pt x="97787" y="48893"/>
                  </a:moveTo>
                  <a:cubicBezTo>
                    <a:pt x="97787" y="55370"/>
                    <a:pt x="96517" y="61593"/>
                    <a:pt x="94104" y="67562"/>
                  </a:cubicBezTo>
                  <a:cubicBezTo>
                    <a:pt x="91691" y="73531"/>
                    <a:pt x="88135" y="78865"/>
                    <a:pt x="83563" y="83436"/>
                  </a:cubicBezTo>
                  <a:cubicBezTo>
                    <a:pt x="78992" y="88008"/>
                    <a:pt x="73658" y="91564"/>
                    <a:pt x="67689" y="93977"/>
                  </a:cubicBezTo>
                  <a:cubicBezTo>
                    <a:pt x="61720" y="96390"/>
                    <a:pt x="55497" y="97660"/>
                    <a:pt x="49021" y="97660"/>
                  </a:cubicBezTo>
                  <a:cubicBezTo>
                    <a:pt x="42544" y="97660"/>
                    <a:pt x="36321" y="96390"/>
                    <a:pt x="30352" y="93977"/>
                  </a:cubicBezTo>
                  <a:cubicBezTo>
                    <a:pt x="24383" y="91564"/>
                    <a:pt x="19049" y="88008"/>
                    <a:pt x="14478" y="83436"/>
                  </a:cubicBezTo>
                  <a:cubicBezTo>
                    <a:pt x="9906" y="78865"/>
                    <a:pt x="6223" y="73531"/>
                    <a:pt x="3683" y="67562"/>
                  </a:cubicBezTo>
                  <a:cubicBezTo>
                    <a:pt x="1143" y="61593"/>
                    <a:pt x="0" y="55370"/>
                    <a:pt x="0" y="48893"/>
                  </a:cubicBezTo>
                  <a:cubicBezTo>
                    <a:pt x="0" y="42417"/>
                    <a:pt x="1270" y="36194"/>
                    <a:pt x="3683" y="30225"/>
                  </a:cubicBezTo>
                  <a:cubicBezTo>
                    <a:pt x="6096" y="24256"/>
                    <a:pt x="9652" y="18922"/>
                    <a:pt x="14224" y="14351"/>
                  </a:cubicBezTo>
                  <a:cubicBezTo>
                    <a:pt x="18795" y="9779"/>
                    <a:pt x="24129" y="6223"/>
                    <a:pt x="30225" y="3683"/>
                  </a:cubicBezTo>
                  <a:cubicBezTo>
                    <a:pt x="36321" y="1143"/>
                    <a:pt x="42417" y="0"/>
                    <a:pt x="48894" y="0"/>
                  </a:cubicBezTo>
                  <a:cubicBezTo>
                    <a:pt x="55370" y="0"/>
                    <a:pt x="61593" y="1270"/>
                    <a:pt x="67562" y="3683"/>
                  </a:cubicBezTo>
                  <a:cubicBezTo>
                    <a:pt x="73531" y="6096"/>
                    <a:pt x="78865" y="9652"/>
                    <a:pt x="83437" y="14224"/>
                  </a:cubicBezTo>
                  <a:cubicBezTo>
                    <a:pt x="88008" y="18795"/>
                    <a:pt x="91564" y="24129"/>
                    <a:pt x="93977" y="30098"/>
                  </a:cubicBezTo>
                  <a:cubicBezTo>
                    <a:pt x="96390" y="36067"/>
                    <a:pt x="97660" y="42290"/>
                    <a:pt x="97660" y="4876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579615" y="8283445"/>
            <a:ext cx="97765" cy="97765"/>
            <a:chOff x="0" y="0"/>
            <a:chExt cx="97765" cy="9776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7787" cy="97660"/>
            </a:xfrm>
            <a:custGeom>
              <a:avLst/>
              <a:gdLst/>
              <a:ahLst/>
              <a:cxnLst/>
              <a:rect l="l" t="t" r="r" b="b"/>
              <a:pathLst>
                <a:path w="97787" h="97660">
                  <a:moveTo>
                    <a:pt x="97787" y="48894"/>
                  </a:moveTo>
                  <a:cubicBezTo>
                    <a:pt x="97787" y="55370"/>
                    <a:pt x="96517" y="61593"/>
                    <a:pt x="94104" y="67562"/>
                  </a:cubicBezTo>
                  <a:cubicBezTo>
                    <a:pt x="91691" y="73531"/>
                    <a:pt x="88135" y="78865"/>
                    <a:pt x="83563" y="83437"/>
                  </a:cubicBezTo>
                  <a:cubicBezTo>
                    <a:pt x="78992" y="88008"/>
                    <a:pt x="73658" y="91564"/>
                    <a:pt x="67689" y="93977"/>
                  </a:cubicBezTo>
                  <a:cubicBezTo>
                    <a:pt x="61720" y="96390"/>
                    <a:pt x="55497" y="97660"/>
                    <a:pt x="49021" y="97660"/>
                  </a:cubicBezTo>
                  <a:cubicBezTo>
                    <a:pt x="42544" y="97660"/>
                    <a:pt x="36321" y="96390"/>
                    <a:pt x="30352" y="93977"/>
                  </a:cubicBezTo>
                  <a:cubicBezTo>
                    <a:pt x="24383" y="91564"/>
                    <a:pt x="19049" y="88008"/>
                    <a:pt x="14478" y="83437"/>
                  </a:cubicBezTo>
                  <a:cubicBezTo>
                    <a:pt x="9906" y="78865"/>
                    <a:pt x="6223" y="73531"/>
                    <a:pt x="3683" y="67562"/>
                  </a:cubicBezTo>
                  <a:cubicBezTo>
                    <a:pt x="1143" y="61593"/>
                    <a:pt x="0" y="55370"/>
                    <a:pt x="0" y="48894"/>
                  </a:cubicBezTo>
                  <a:cubicBezTo>
                    <a:pt x="0" y="42417"/>
                    <a:pt x="1270" y="36194"/>
                    <a:pt x="3683" y="30225"/>
                  </a:cubicBezTo>
                  <a:cubicBezTo>
                    <a:pt x="6096" y="24256"/>
                    <a:pt x="9652" y="18922"/>
                    <a:pt x="14224" y="14351"/>
                  </a:cubicBezTo>
                  <a:cubicBezTo>
                    <a:pt x="18795" y="9779"/>
                    <a:pt x="24129" y="6223"/>
                    <a:pt x="30225" y="3683"/>
                  </a:cubicBezTo>
                  <a:cubicBezTo>
                    <a:pt x="36321" y="1143"/>
                    <a:pt x="42417" y="0"/>
                    <a:pt x="48894" y="0"/>
                  </a:cubicBezTo>
                  <a:cubicBezTo>
                    <a:pt x="55370" y="0"/>
                    <a:pt x="61593" y="1270"/>
                    <a:pt x="67562" y="3683"/>
                  </a:cubicBezTo>
                  <a:cubicBezTo>
                    <a:pt x="73531" y="6096"/>
                    <a:pt x="78865" y="9652"/>
                    <a:pt x="83437" y="14224"/>
                  </a:cubicBezTo>
                  <a:cubicBezTo>
                    <a:pt x="88008" y="18795"/>
                    <a:pt x="91564" y="24129"/>
                    <a:pt x="93977" y="30098"/>
                  </a:cubicBezTo>
                  <a:cubicBezTo>
                    <a:pt x="96390" y="36067"/>
                    <a:pt x="97660" y="42290"/>
                    <a:pt x="97660" y="4876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579615" y="8674513"/>
            <a:ext cx="97765" cy="97765"/>
            <a:chOff x="0" y="0"/>
            <a:chExt cx="97765" cy="9776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7787" cy="97660"/>
            </a:xfrm>
            <a:custGeom>
              <a:avLst/>
              <a:gdLst/>
              <a:ahLst/>
              <a:cxnLst/>
              <a:rect l="l" t="t" r="r" b="b"/>
              <a:pathLst>
                <a:path w="97787" h="97660">
                  <a:moveTo>
                    <a:pt x="97787" y="48894"/>
                  </a:moveTo>
                  <a:cubicBezTo>
                    <a:pt x="97787" y="55370"/>
                    <a:pt x="96517" y="61593"/>
                    <a:pt x="94104" y="67562"/>
                  </a:cubicBezTo>
                  <a:cubicBezTo>
                    <a:pt x="91691" y="73531"/>
                    <a:pt x="88135" y="78865"/>
                    <a:pt x="83563" y="83436"/>
                  </a:cubicBezTo>
                  <a:cubicBezTo>
                    <a:pt x="78992" y="88008"/>
                    <a:pt x="73658" y="91564"/>
                    <a:pt x="67689" y="93977"/>
                  </a:cubicBezTo>
                  <a:cubicBezTo>
                    <a:pt x="61720" y="96390"/>
                    <a:pt x="55497" y="97660"/>
                    <a:pt x="49021" y="97660"/>
                  </a:cubicBezTo>
                  <a:cubicBezTo>
                    <a:pt x="42544" y="97660"/>
                    <a:pt x="36321" y="96390"/>
                    <a:pt x="30352" y="93977"/>
                  </a:cubicBezTo>
                  <a:cubicBezTo>
                    <a:pt x="24383" y="91564"/>
                    <a:pt x="19049" y="88008"/>
                    <a:pt x="14478" y="83436"/>
                  </a:cubicBezTo>
                  <a:cubicBezTo>
                    <a:pt x="9906" y="78865"/>
                    <a:pt x="6223" y="73531"/>
                    <a:pt x="3683" y="67562"/>
                  </a:cubicBezTo>
                  <a:cubicBezTo>
                    <a:pt x="1143" y="61593"/>
                    <a:pt x="0" y="55370"/>
                    <a:pt x="0" y="48894"/>
                  </a:cubicBezTo>
                  <a:cubicBezTo>
                    <a:pt x="0" y="42417"/>
                    <a:pt x="1270" y="36194"/>
                    <a:pt x="3683" y="30225"/>
                  </a:cubicBezTo>
                  <a:cubicBezTo>
                    <a:pt x="6096" y="24256"/>
                    <a:pt x="9652" y="18922"/>
                    <a:pt x="14224" y="14351"/>
                  </a:cubicBezTo>
                  <a:cubicBezTo>
                    <a:pt x="18795" y="9779"/>
                    <a:pt x="24129" y="6223"/>
                    <a:pt x="30225" y="3683"/>
                  </a:cubicBezTo>
                  <a:cubicBezTo>
                    <a:pt x="36321" y="1143"/>
                    <a:pt x="42417" y="0"/>
                    <a:pt x="48894" y="0"/>
                  </a:cubicBezTo>
                  <a:cubicBezTo>
                    <a:pt x="55370" y="0"/>
                    <a:pt x="61593" y="1270"/>
                    <a:pt x="67562" y="3683"/>
                  </a:cubicBezTo>
                  <a:cubicBezTo>
                    <a:pt x="73531" y="6096"/>
                    <a:pt x="78865" y="9652"/>
                    <a:pt x="83437" y="14224"/>
                  </a:cubicBezTo>
                  <a:cubicBezTo>
                    <a:pt x="88008" y="18795"/>
                    <a:pt x="91564" y="24129"/>
                    <a:pt x="93977" y="30098"/>
                  </a:cubicBezTo>
                  <a:cubicBezTo>
                    <a:pt x="96390" y="36067"/>
                    <a:pt x="97660" y="42290"/>
                    <a:pt x="97660" y="4876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1090136" y="1199864"/>
            <a:ext cx="1001840" cy="76010"/>
            <a:chOff x="0" y="0"/>
            <a:chExt cx="1001839" cy="7601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01903" cy="75946"/>
            </a:xfrm>
            <a:custGeom>
              <a:avLst/>
              <a:gdLst/>
              <a:ahLst/>
              <a:cxnLst/>
              <a:rect l="l" t="t" r="r" b="b"/>
              <a:pathLst>
                <a:path w="1001903" h="75946">
                  <a:moveTo>
                    <a:pt x="0" y="75946"/>
                  </a:moveTo>
                  <a:lnTo>
                    <a:pt x="1001903" y="75946"/>
                  </a:lnTo>
                  <a:lnTo>
                    <a:pt x="10019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0" y="0"/>
            <a:ext cx="18288000" cy="89440"/>
            <a:chOff x="0" y="0"/>
            <a:chExt cx="18288000" cy="8943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8288000" cy="89402"/>
            </a:xfrm>
            <a:custGeom>
              <a:avLst/>
              <a:gdLst/>
              <a:ahLst/>
              <a:cxnLst/>
              <a:rect l="l" t="t" r="r" b="b"/>
              <a:pathLst>
                <a:path w="18288000" h="89402">
                  <a:moveTo>
                    <a:pt x="0" y="0"/>
                  </a:moveTo>
                  <a:lnTo>
                    <a:pt x="0" y="89402"/>
                  </a:lnTo>
                  <a:lnTo>
                    <a:pt x="18288000" y="89402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-63503" y="9928317"/>
            <a:ext cx="18414997" cy="422177"/>
            <a:chOff x="0" y="0"/>
            <a:chExt cx="18415000" cy="422186"/>
          </a:xfrm>
        </p:grpSpPr>
        <p:sp>
          <p:nvSpPr>
            <p:cNvPr id="38" name="Freeform 38"/>
            <p:cNvSpPr/>
            <p:nvPr/>
          </p:nvSpPr>
          <p:spPr>
            <a:xfrm>
              <a:off x="63500" y="63501"/>
              <a:ext cx="11940032" cy="295152"/>
            </a:xfrm>
            <a:custGeom>
              <a:avLst/>
              <a:gdLst/>
              <a:ahLst/>
              <a:cxnLst/>
              <a:rect l="l" t="t" r="r" b="b"/>
              <a:pathLst>
                <a:path w="11940032" h="295152">
                  <a:moveTo>
                    <a:pt x="0" y="0"/>
                  </a:moveTo>
                  <a:lnTo>
                    <a:pt x="0" y="295152"/>
                  </a:lnTo>
                  <a:lnTo>
                    <a:pt x="11940032" y="295152"/>
                  </a:lnTo>
                  <a:lnTo>
                    <a:pt x="1194003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11989308" y="63501"/>
              <a:ext cx="6362192" cy="295152"/>
            </a:xfrm>
            <a:custGeom>
              <a:avLst/>
              <a:gdLst/>
              <a:ahLst/>
              <a:cxnLst/>
              <a:rect l="l" t="t" r="r" b="b"/>
              <a:pathLst>
                <a:path w="6362192" h="295152">
                  <a:moveTo>
                    <a:pt x="0" y="0"/>
                  </a:moveTo>
                  <a:lnTo>
                    <a:pt x="0" y="295152"/>
                  </a:lnTo>
                  <a:lnTo>
                    <a:pt x="6362192" y="295152"/>
                  </a:lnTo>
                  <a:lnTo>
                    <a:pt x="636219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40" name="TextBox 40"/>
          <p:cNvSpPr txBox="1"/>
          <p:nvPr/>
        </p:nvSpPr>
        <p:spPr>
          <a:xfrm>
            <a:off x="321288" y="106480"/>
            <a:ext cx="155696" cy="38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9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1440" y="183680"/>
            <a:ext cx="14435719" cy="882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072A5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INNOVATION, IMPACT, DELIVERABLES &amp; FUTURE SCOPE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97180" y="2011099"/>
            <a:ext cx="1886722" cy="519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021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Innovation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19012" y="2330958"/>
            <a:ext cx="233172" cy="312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★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303383" y="2486387"/>
            <a:ext cx="67523" cy="430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2"/>
              </a:lnSpc>
            </a:pPr>
            <a:r>
              <a:rPr lang="en-US" sz="2566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51192" y="2534012"/>
            <a:ext cx="11385032" cy="1165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566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Combinescomplaint management + SLA monitoring + escalation + notifications Visual complaint lifecycle</a:t>
            </a:r>
          </a:p>
          <a:p>
            <a:pPr algn="l">
              <a:lnSpc>
                <a:spcPts val="3079"/>
              </a:lnSpc>
            </a:pPr>
            <a:r>
              <a:rPr lang="en-US" sz="2566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AI-based citizen support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97180" y="3659600"/>
            <a:ext cx="1070591" cy="430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2"/>
              </a:lnSpc>
            </a:pPr>
            <a:r>
              <a:rPr lang="en-US" sz="2566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Impact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51192" y="4083615"/>
            <a:ext cx="6166942" cy="1180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566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Grea</a:t>
            </a:r>
            <a:r>
              <a:rPr lang="en-US" sz="2566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↗</a:t>
            </a:r>
            <a:r>
              <a:rPr lang="en-US" sz="2566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ter complaint visibility</a:t>
            </a:r>
          </a:p>
          <a:p>
            <a:pPr algn="l">
              <a:lnSpc>
                <a:spcPts val="3079"/>
              </a:lnSpc>
            </a:pPr>
            <a:r>
              <a:rPr lang="en-US" sz="2566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Better monitoring of delayed cases Reduced dependence on manual follow-up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97180" y="5204831"/>
            <a:ext cx="2234203" cy="519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021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Deliverables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51192" y="5727754"/>
            <a:ext cx="3828069" cy="1165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566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Com</a:t>
            </a:r>
            <a:r>
              <a:rPr lang="en-US" sz="2566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U</a:t>
            </a:r>
            <a:r>
              <a:rPr lang="en-US" sz="2566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plaint tracking system</a:t>
            </a:r>
          </a:p>
          <a:p>
            <a:pPr algn="l">
              <a:lnSpc>
                <a:spcPts val="3079"/>
              </a:lnSpc>
            </a:pPr>
            <a:r>
              <a:rPr lang="en-US" sz="2566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Notification mechanism</a:t>
            </a:r>
          </a:p>
          <a:p>
            <a:pPr algn="l">
              <a:lnSpc>
                <a:spcPts val="3079"/>
              </a:lnSpc>
            </a:pPr>
            <a:r>
              <a:rPr lang="en-US" sz="2566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AI support module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42878" y="7572392"/>
            <a:ext cx="2365705" cy="519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021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Future Scope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14316" y="8072458"/>
            <a:ext cx="5676605" cy="1556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566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Mobile application</a:t>
            </a:r>
          </a:p>
          <a:p>
            <a:pPr algn="l">
              <a:lnSpc>
                <a:spcPts val="3079"/>
              </a:lnSpc>
            </a:pPr>
            <a:r>
              <a:rPr lang="en-US" sz="2566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Multilingual / regional-language support Predictive prioritization of complaints SMS / </a:t>
            </a:r>
            <a:r>
              <a:rPr lang="en-US" sz="2566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WhatsApp</a:t>
            </a:r>
            <a:r>
              <a:rPr lang="en-US" sz="2566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notifications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6633" y="1136361"/>
            <a:ext cx="1128779" cy="203006"/>
          </a:xfrm>
          <a:custGeom>
            <a:avLst/>
            <a:gdLst/>
            <a:ahLst/>
            <a:cxnLst/>
            <a:rect l="l" t="t" r="r" b="b"/>
            <a:pathLst>
              <a:path w="1128779" h="203006">
                <a:moveTo>
                  <a:pt x="0" y="0"/>
                </a:moveTo>
                <a:lnTo>
                  <a:pt x="1128779" y="0"/>
                </a:lnTo>
                <a:lnTo>
                  <a:pt x="1128779" y="203006"/>
                </a:lnTo>
                <a:lnTo>
                  <a:pt x="0" y="2030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3503" y="-63503"/>
            <a:ext cx="18414997" cy="216437"/>
          </a:xfrm>
          <a:custGeom>
            <a:avLst/>
            <a:gdLst/>
            <a:ahLst/>
            <a:cxnLst/>
            <a:rect l="l" t="t" r="r" b="b"/>
            <a:pathLst>
              <a:path w="18414997" h="216437">
                <a:moveTo>
                  <a:pt x="0" y="0"/>
                </a:moveTo>
                <a:lnTo>
                  <a:pt x="18414997" y="0"/>
                </a:lnTo>
                <a:lnTo>
                  <a:pt x="18414997" y="216436"/>
                </a:lnTo>
                <a:lnTo>
                  <a:pt x="0" y="2164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63503" y="9928317"/>
            <a:ext cx="18414997" cy="422177"/>
          </a:xfrm>
          <a:custGeom>
            <a:avLst/>
            <a:gdLst/>
            <a:ahLst/>
            <a:cxnLst/>
            <a:rect l="l" t="t" r="r" b="b"/>
            <a:pathLst>
              <a:path w="18414997" h="422177">
                <a:moveTo>
                  <a:pt x="0" y="0"/>
                </a:moveTo>
                <a:lnTo>
                  <a:pt x="18414997" y="0"/>
                </a:lnTo>
                <a:lnTo>
                  <a:pt x="18414997" y="422177"/>
                </a:lnTo>
                <a:lnTo>
                  <a:pt x="0" y="4221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6083515" y="274320"/>
            <a:ext cx="2144820" cy="2161575"/>
            <a:chOff x="0" y="0"/>
            <a:chExt cx="2859761" cy="2882100"/>
          </a:xfrm>
        </p:grpSpPr>
        <p:sp>
          <p:nvSpPr>
            <p:cNvPr id="6" name="Freeform 6" descr="d29fed93-76c3-4798-81b8-a81e8a8402fd.png"/>
            <p:cNvSpPr/>
            <p:nvPr/>
          </p:nvSpPr>
          <p:spPr>
            <a:xfrm>
              <a:off x="0" y="0"/>
              <a:ext cx="2859786" cy="2882138"/>
            </a:xfrm>
            <a:custGeom>
              <a:avLst/>
              <a:gdLst/>
              <a:ahLst/>
              <a:cxnLst/>
              <a:rect l="l" t="t" r="r" b="b"/>
              <a:pathLst>
                <a:path w="2859786" h="2882138">
                  <a:moveTo>
                    <a:pt x="0" y="0"/>
                  </a:moveTo>
                  <a:lnTo>
                    <a:pt x="2859786" y="0"/>
                  </a:lnTo>
                  <a:lnTo>
                    <a:pt x="2859786" y="2882138"/>
                  </a:lnTo>
                  <a:lnTo>
                    <a:pt x="0" y="2882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1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579139" y="2828449"/>
            <a:ext cx="104775" cy="104775"/>
            <a:chOff x="0" y="0"/>
            <a:chExt cx="104775" cy="104775"/>
          </a:xfrm>
        </p:grpSpPr>
        <p:sp>
          <p:nvSpPr>
            <p:cNvPr id="8" name="Freeform 8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072A52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579139" y="3209449"/>
            <a:ext cx="104775" cy="104775"/>
            <a:chOff x="0" y="0"/>
            <a:chExt cx="104775" cy="104775"/>
          </a:xfrm>
        </p:grpSpPr>
        <p:sp>
          <p:nvSpPr>
            <p:cNvPr id="10" name="Freeform 10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072A52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579139" y="3590449"/>
            <a:ext cx="104775" cy="104775"/>
            <a:chOff x="0" y="0"/>
            <a:chExt cx="104775" cy="104775"/>
          </a:xfrm>
        </p:grpSpPr>
        <p:sp>
          <p:nvSpPr>
            <p:cNvPr id="12" name="Freeform 12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072A52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579139" y="3971449"/>
            <a:ext cx="104775" cy="104775"/>
            <a:chOff x="0" y="0"/>
            <a:chExt cx="104775" cy="104775"/>
          </a:xfrm>
        </p:grpSpPr>
        <p:sp>
          <p:nvSpPr>
            <p:cNvPr id="14" name="Freeform 14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072A52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090136" y="1199864"/>
            <a:ext cx="1001840" cy="76010"/>
            <a:chOff x="0" y="0"/>
            <a:chExt cx="1001839" cy="7601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01903" cy="75946"/>
            </a:xfrm>
            <a:custGeom>
              <a:avLst/>
              <a:gdLst/>
              <a:ahLst/>
              <a:cxnLst/>
              <a:rect l="l" t="t" r="r" b="b"/>
              <a:pathLst>
                <a:path w="1001903" h="75946">
                  <a:moveTo>
                    <a:pt x="0" y="75946"/>
                  </a:moveTo>
                  <a:lnTo>
                    <a:pt x="1001903" y="75946"/>
                  </a:lnTo>
                  <a:lnTo>
                    <a:pt x="10019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0" y="0"/>
            <a:ext cx="18288000" cy="89440"/>
            <a:chOff x="0" y="0"/>
            <a:chExt cx="18288000" cy="8943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288000" cy="89402"/>
            </a:xfrm>
            <a:custGeom>
              <a:avLst/>
              <a:gdLst/>
              <a:ahLst/>
              <a:cxnLst/>
              <a:rect l="l" t="t" r="r" b="b"/>
              <a:pathLst>
                <a:path w="18288000" h="89402">
                  <a:moveTo>
                    <a:pt x="0" y="0"/>
                  </a:moveTo>
                  <a:lnTo>
                    <a:pt x="0" y="89402"/>
                  </a:lnTo>
                  <a:lnTo>
                    <a:pt x="18288000" y="89402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-63503" y="9928317"/>
            <a:ext cx="18414997" cy="422177"/>
            <a:chOff x="0" y="0"/>
            <a:chExt cx="18415000" cy="422186"/>
          </a:xfrm>
        </p:grpSpPr>
        <p:sp>
          <p:nvSpPr>
            <p:cNvPr id="20" name="Freeform 20"/>
            <p:cNvSpPr/>
            <p:nvPr/>
          </p:nvSpPr>
          <p:spPr>
            <a:xfrm>
              <a:off x="63500" y="63501"/>
              <a:ext cx="11940032" cy="295152"/>
            </a:xfrm>
            <a:custGeom>
              <a:avLst/>
              <a:gdLst/>
              <a:ahLst/>
              <a:cxnLst/>
              <a:rect l="l" t="t" r="r" b="b"/>
              <a:pathLst>
                <a:path w="11940032" h="295152">
                  <a:moveTo>
                    <a:pt x="0" y="0"/>
                  </a:moveTo>
                  <a:lnTo>
                    <a:pt x="0" y="295152"/>
                  </a:lnTo>
                  <a:lnTo>
                    <a:pt x="11940032" y="295152"/>
                  </a:lnTo>
                  <a:lnTo>
                    <a:pt x="1194003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11989308" y="63501"/>
              <a:ext cx="6362192" cy="295152"/>
            </a:xfrm>
            <a:custGeom>
              <a:avLst/>
              <a:gdLst/>
              <a:ahLst/>
              <a:cxnLst/>
              <a:rect l="l" t="t" r="r" b="b"/>
              <a:pathLst>
                <a:path w="6362192" h="295152">
                  <a:moveTo>
                    <a:pt x="0" y="0"/>
                  </a:moveTo>
                  <a:lnTo>
                    <a:pt x="0" y="295152"/>
                  </a:lnTo>
                  <a:lnTo>
                    <a:pt x="6362192" y="295152"/>
                  </a:lnTo>
                  <a:lnTo>
                    <a:pt x="636219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93955" y="181861"/>
            <a:ext cx="7397439" cy="882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072A5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 &amp; REFERENCES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93389" y="1399642"/>
            <a:ext cx="1995916" cy="510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2"/>
              </a:lnSpc>
            </a:pPr>
            <a:r>
              <a:rPr lang="en-US" sz="2958" b="1">
                <a:solidFill>
                  <a:srgbClr val="072A52"/>
                </a:solidFill>
                <a:latin typeface="Aptos Bold"/>
                <a:ea typeface="Aptos Bold"/>
                <a:cs typeface="Aptos Bold"/>
                <a:sym typeface="Aptos Bold"/>
              </a:rPr>
              <a:t>Conclusion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87064" y="1875892"/>
            <a:ext cx="67332" cy="429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2"/>
              </a:lnSpc>
            </a:pPr>
            <a:r>
              <a:rPr lang="en-US" sz="2558">
                <a:solidFill>
                  <a:srgbClr val="072A52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02787" y="1865214"/>
            <a:ext cx="16953138" cy="429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2"/>
              </a:lnSpc>
            </a:pPr>
            <a:r>
              <a:rPr lang="en-US" sz="2558">
                <a:solidFill>
                  <a:srgbClr val="072A52"/>
                </a:solidFill>
                <a:latin typeface="Aptos"/>
                <a:ea typeface="Aptos"/>
                <a:cs typeface="Aptos"/>
                <a:sym typeface="Aptos"/>
              </a:rPr>
              <a:t>JANIVARANprovides a centralized digital platform for citizen grievance registration, tracking, monitoring, and resolution.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93389" y="2256892"/>
            <a:ext cx="2109406" cy="429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2"/>
              </a:lnSpc>
            </a:pPr>
            <a:r>
              <a:rPr lang="en-US" sz="2558">
                <a:solidFill>
                  <a:srgbClr val="072A52"/>
                </a:solidFill>
                <a:latin typeface="Aptos"/>
                <a:ea typeface="Aptos"/>
                <a:cs typeface="Aptos"/>
                <a:sym typeface="Aptos"/>
              </a:rPr>
              <a:t>Key Takeaways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5839" y="2695042"/>
            <a:ext cx="6814414" cy="1515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558">
                <a:solidFill>
                  <a:srgbClr val="072A52"/>
                </a:solidFill>
                <a:latin typeface="Aptos"/>
                <a:ea typeface="Aptos"/>
                <a:cs typeface="Aptos"/>
                <a:sym typeface="Aptos"/>
              </a:rPr>
              <a:t>Simplifies complaint registration</a:t>
            </a:r>
          </a:p>
          <a:p>
            <a:pPr algn="l">
              <a:lnSpc>
                <a:spcPts val="2999"/>
              </a:lnSpc>
            </a:pPr>
            <a:r>
              <a:rPr lang="en-US" sz="2558">
                <a:solidFill>
                  <a:srgbClr val="072A52"/>
                </a:solidFill>
                <a:latin typeface="Aptos"/>
                <a:ea typeface="Aptos"/>
                <a:cs typeface="Aptos"/>
                <a:sym typeface="Aptos"/>
              </a:rPr>
              <a:t>Provides transparent real-time status tracking Supports role-based administrative processing Enables automated notifications and escalation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85688" y="5500690"/>
            <a:ext cx="17708923" cy="43806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505"/>
              </a:lnSpc>
              <a:spcBef>
                <a:spcPct val="0"/>
              </a:spcBef>
            </a:pPr>
            <a:r>
              <a:rPr lang="en-US" sz="2503" dirty="0">
                <a:solidFill>
                  <a:srgbClr val="072A52"/>
                </a:solidFill>
                <a:latin typeface="Calibri (MS)"/>
                <a:ea typeface="Calibri (MS)"/>
                <a:cs typeface="Calibri (MS)"/>
                <a:sym typeface="Calibri (MS)"/>
              </a:rPr>
              <a:t>Government grievance-</a:t>
            </a:r>
            <a:r>
              <a:rPr lang="en-US" sz="2503" dirty="0" err="1">
                <a:solidFill>
                  <a:srgbClr val="072A52"/>
                </a:solidFill>
                <a:latin typeface="Calibri (MS)"/>
                <a:ea typeface="Calibri (MS)"/>
                <a:cs typeface="Calibri (MS)"/>
                <a:sym typeface="Calibri (MS)"/>
              </a:rPr>
              <a:t>redressal</a:t>
            </a:r>
            <a:r>
              <a:rPr lang="en-US" sz="2503" dirty="0">
                <a:solidFill>
                  <a:srgbClr val="072A52"/>
                </a:solidFill>
                <a:latin typeface="Calibri (MS)"/>
                <a:ea typeface="Calibri (MS)"/>
                <a:cs typeface="Calibri (MS)"/>
                <a:sym typeface="Calibri (MS)"/>
              </a:rPr>
              <a:t> systems</a:t>
            </a:r>
          </a:p>
          <a:p>
            <a:pPr algn="just">
              <a:lnSpc>
                <a:spcPts val="3505"/>
              </a:lnSpc>
              <a:spcBef>
                <a:spcPct val="0"/>
              </a:spcBef>
            </a:pPr>
            <a:r>
              <a:rPr lang="en-US" sz="2503" dirty="0">
                <a:solidFill>
                  <a:srgbClr val="072A52"/>
                </a:solidFill>
                <a:latin typeface="Calibri (MS)"/>
                <a:ea typeface="Calibri (MS)"/>
                <a:cs typeface="Calibri (MS)"/>
                <a:sym typeface="Calibri (MS)"/>
              </a:rPr>
              <a:t> 1. CPGRAMS — Centralized Public Grievance Redress and Monitoring </a:t>
            </a:r>
            <a:r>
              <a:rPr lang="en-US" sz="2503" dirty="0" smtClean="0">
                <a:solidFill>
                  <a:srgbClr val="072A52"/>
                </a:solidFill>
                <a:latin typeface="Calibri (MS)"/>
                <a:ea typeface="Calibri (MS)"/>
                <a:cs typeface="Calibri (MS)"/>
                <a:sym typeface="Calibri (MS)"/>
              </a:rPr>
              <a:t>System</a:t>
            </a:r>
          </a:p>
          <a:p>
            <a:pPr algn="just">
              <a:lnSpc>
                <a:spcPts val="3505"/>
              </a:lnSpc>
              <a:spcBef>
                <a:spcPct val="0"/>
              </a:spcBef>
            </a:pPr>
            <a:endParaRPr lang="en-US" sz="2503" dirty="0" smtClean="0">
              <a:solidFill>
                <a:srgbClr val="072A52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r>
              <a:rPr lang="en-US" sz="2800" b="1" dirty="0" smtClean="0"/>
              <a:t>1.Research </a:t>
            </a:r>
            <a:r>
              <a:rPr lang="en-US" sz="2800" b="1" dirty="0" smtClean="0"/>
              <a:t>paper</a:t>
            </a:r>
          </a:p>
          <a:p>
            <a:r>
              <a:rPr lang="en-US" sz="2800" b="1" dirty="0" smtClean="0"/>
              <a:t>Title:</a:t>
            </a:r>
            <a:r>
              <a:rPr lang="en-US" sz="2800" dirty="0" smtClean="0"/>
              <a:t> </a:t>
            </a:r>
            <a:r>
              <a:rPr lang="en-US" sz="2800" i="1" dirty="0" smtClean="0"/>
              <a:t>Adoption of Online Public Grievance </a:t>
            </a:r>
            <a:r>
              <a:rPr lang="en-US" sz="2800" i="1" dirty="0" err="1" smtClean="0"/>
              <a:t>Redressal</a:t>
            </a:r>
            <a:r>
              <a:rPr lang="en-US" sz="2800" i="1" dirty="0" smtClean="0"/>
              <a:t> System in India: Toward Developing a Unified View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b="1" dirty="0" smtClean="0"/>
              <a:t>Authors:</a:t>
            </a:r>
            <a:r>
              <a:rPr lang="en-US" sz="2800" dirty="0" smtClean="0"/>
              <a:t> </a:t>
            </a:r>
            <a:r>
              <a:rPr lang="en-US" sz="2800" dirty="0" err="1" smtClean="0"/>
              <a:t>Nripendra</a:t>
            </a:r>
            <a:r>
              <a:rPr lang="en-US" sz="2800" dirty="0" smtClean="0"/>
              <a:t> P. </a:t>
            </a:r>
            <a:r>
              <a:rPr lang="en-US" sz="2800" dirty="0" err="1" smtClean="0"/>
              <a:t>Rana</a:t>
            </a:r>
            <a:r>
              <a:rPr lang="en-US" sz="2800" dirty="0" smtClean="0"/>
              <a:t>, </a:t>
            </a:r>
            <a:r>
              <a:rPr lang="en-US" sz="2800" dirty="0" err="1" smtClean="0"/>
              <a:t>Yogesh</a:t>
            </a:r>
            <a:r>
              <a:rPr lang="en-US" sz="2800" dirty="0" smtClean="0"/>
              <a:t> K. </a:t>
            </a:r>
            <a:r>
              <a:rPr lang="en-US" sz="2800" dirty="0" err="1" smtClean="0"/>
              <a:t>Dwivedi</a:t>
            </a:r>
            <a:r>
              <a:rPr lang="en-US" sz="2800" dirty="0" smtClean="0"/>
              <a:t>, Michael D. Williams, </a:t>
            </a:r>
            <a:r>
              <a:rPr lang="en-US" sz="2800" dirty="0" err="1" smtClean="0"/>
              <a:t>Vishanth</a:t>
            </a:r>
            <a:r>
              <a:rPr lang="en-US" sz="2800" dirty="0" smtClean="0"/>
              <a:t> </a:t>
            </a:r>
            <a:r>
              <a:rPr lang="en-US" sz="2800" dirty="0" err="1" smtClean="0"/>
              <a:t>Weerakkody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b="1" dirty="0" smtClean="0"/>
              <a:t>Journal:</a:t>
            </a:r>
            <a:r>
              <a:rPr lang="en-US" sz="2800" dirty="0" smtClean="0"/>
              <a:t> </a:t>
            </a:r>
            <a:r>
              <a:rPr lang="en-US" sz="2800" i="1" dirty="0" smtClean="0"/>
              <a:t>Computers in Human Behavior</a:t>
            </a:r>
            <a:r>
              <a:rPr lang="en-US" sz="2800" dirty="0" smtClean="0"/>
              <a:t>, Volume 59, 2016, pp. 265–282</a:t>
            </a:r>
            <a:br>
              <a:rPr lang="en-US" sz="2800" dirty="0" smtClean="0"/>
            </a:br>
            <a:r>
              <a:rPr lang="en-US" sz="2800" b="1" dirty="0" smtClean="0"/>
              <a:t>DOI:</a:t>
            </a:r>
            <a:r>
              <a:rPr lang="en-US" sz="2800" dirty="0" smtClean="0"/>
              <a:t> </a:t>
            </a:r>
            <a:r>
              <a:rPr lang="en-US" sz="2800" dirty="0" smtClean="0"/>
              <a:t>10.1016/j.chb.2016.02.019</a:t>
            </a:r>
          </a:p>
          <a:p>
            <a:r>
              <a:rPr lang="en-US" sz="2800" dirty="0" smtClean="0"/>
              <a:t>https://</a:t>
            </a:r>
            <a:r>
              <a:rPr lang="en-US" sz="2800" dirty="0" smtClean="0"/>
              <a:t>www.sciencedirect.com/science/article/pii/S0747563216300711?utm</a:t>
            </a:r>
            <a:endParaRPr lang="en-US" sz="2800" dirty="0" smtClean="0"/>
          </a:p>
          <a:p>
            <a:pPr algn="just">
              <a:lnSpc>
                <a:spcPts val="3505"/>
              </a:lnSpc>
              <a:spcBef>
                <a:spcPct val="0"/>
              </a:spcBef>
            </a:pPr>
            <a:endParaRPr lang="en-US" sz="2503" dirty="0">
              <a:solidFill>
                <a:srgbClr val="072A52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357126" y="4929186"/>
            <a:ext cx="2009775" cy="630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5"/>
              </a:lnSpc>
              <a:spcBef>
                <a:spcPct val="0"/>
              </a:spcBef>
            </a:pPr>
            <a:r>
              <a:rPr lang="en-US" sz="3303" dirty="0">
                <a:solidFill>
                  <a:srgbClr val="072A52"/>
                </a:solidFill>
                <a:latin typeface="Calibri (MS)"/>
                <a:ea typeface="Calibri (MS)"/>
                <a:cs typeface="Calibri (MS)"/>
                <a:sym typeface="Calibri (MS)"/>
              </a:rPr>
              <a:t>Reference :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578</Words>
  <Application>Microsoft Office PowerPoint</Application>
  <PresentationFormat>Custom</PresentationFormat>
  <Paragraphs>141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 (MS) Bold</vt:lpstr>
      <vt:lpstr>Calibri (MS)</vt:lpstr>
      <vt:lpstr>Aptos Bold</vt:lpstr>
      <vt:lpstr>Aptos</vt:lpstr>
      <vt:lpstr>Noto Sans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PRESENTATION TEMPLATE.pptx (2).pdf</dc:title>
  <cp:lastModifiedBy>prasa</cp:lastModifiedBy>
  <cp:revision>3</cp:revision>
  <dcterms:created xsi:type="dcterms:W3CDTF">2006-08-16T00:00:00Z</dcterms:created>
  <dcterms:modified xsi:type="dcterms:W3CDTF">2026-09-19T07:05:18Z</dcterms:modified>
  <dc:identifier>DAHVnvS_Wd8</dc:identifier>
</cp:coreProperties>
</file>